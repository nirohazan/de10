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Lst>
  <p:sldSz cx="9144000" cy="6858000" type="screen4x3"/>
  <p:notesSz cx="6858000" cy="9144000"/>
  <p:embeddedFontLst>
    <p:embeddedFont>
      <p:font typeface="Corbel" panose="020B0503020204020204" pitchFamily="34" charset="0"/>
      <p:regular r:id="rId39"/>
      <p:bold r:id="rId40"/>
      <p:italic r:id="rId41"/>
      <p:boldItalic r:id="rId42"/>
    </p:embeddedFont>
    <p:embeddedFont>
      <p:font typeface="David" panose="020E0502060401010101" pitchFamily="34" charset="-79"/>
      <p:regular r:id="rId43"/>
      <p:bold r:id="rId44"/>
    </p:embeddedFont>
    <p:embeddedFont>
      <p:font typeface="Verdana" panose="020B060403050404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iZ9C+yIbY96c1mMyIc5EXvr0u86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3B9FC35-CAD0-4D3F-BEBE-D09448F5CC3E}">
  <a:tblStyle styleId="{D3B9FC35-CAD0-4D3F-BEBE-D09448F5CC3E}"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8C3AE85-FB49-4CD0-B045-2F34A34AC5DA}"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CF1E6"/>
          </a:solidFill>
        </a:fill>
      </a:tcStyle>
    </a:wholeTbl>
    <a:band1H>
      <a:tcTxStyle/>
      <a:tcStyle>
        <a:tcBdr/>
        <a:fill>
          <a:solidFill>
            <a:srgbClr val="F9E2CA"/>
          </a:solidFill>
        </a:fill>
      </a:tcStyle>
    </a:band1H>
    <a:band2H>
      <a:tcTxStyle/>
      <a:tcStyle>
        <a:tcBdr/>
      </a:tcStyle>
    </a:band2H>
    <a:band1V>
      <a:tcTxStyle/>
      <a:tcStyle>
        <a:tcBdr/>
        <a:fill>
          <a:solidFill>
            <a:srgbClr val="F9E2CA"/>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1">
              <a:lnSpc>
                <a:spcPct val="100000"/>
              </a:lnSpc>
              <a:spcBef>
                <a:spcPts val="0"/>
              </a:spcBef>
              <a:spcAft>
                <a:spcPts val="0"/>
              </a:spcAft>
              <a:buClr>
                <a:srgbClr val="000000"/>
              </a:buClr>
              <a:buSzPts val="1200"/>
              <a:buFont typeface="Arial"/>
              <a:buNone/>
            </a:pPr>
            <a:fld id="{00000000-1234-1234-1234-123412341234}" type="slidenum">
              <a:rPr lang="iw-IL"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200"/>
              <a:buFont typeface="Calibri"/>
              <a:buNone/>
            </a:pPr>
            <a:r>
              <a:rPr lang="iw-IL"/>
              <a:t>An expert in the development and implementation of smart, useful, and ground-breaking computer vision systems in a research environment with high uncertainty. Responsible for leading a team of algorithm developers and programmers while creating harmony, focus, rapid learning and accelerated implementation. Doing this for twenty years, half of them in academia and half of them in industry.</a:t>
            </a:r>
            <a:br>
              <a:rPr lang="iw-IL"/>
            </a:br>
            <a:br>
              <a:rPr lang="iw-IL"/>
            </a:br>
            <a:r>
              <a:rPr lang="iw-IL"/>
              <a:t>I help engineers over achieve in their work by teaching them effective task, time, team and research management practices that have been tested and validated in my 20 years of experience in the industry and academia.</a:t>
            </a:r>
            <a:endParaRPr/>
          </a:p>
          <a:p>
            <a:pPr marL="457200" lvl="0" indent="-228600" algn="l" rtl="0">
              <a:lnSpc>
                <a:spcPct val="100000"/>
              </a:lnSpc>
              <a:spcBef>
                <a:spcPts val="360"/>
              </a:spcBef>
              <a:spcAft>
                <a:spcPts val="0"/>
              </a:spcAft>
              <a:buSzPts val="1400"/>
              <a:buNone/>
            </a:pPr>
            <a:endParaRPr/>
          </a:p>
        </p:txBody>
      </p:sp>
      <p:sp>
        <p:nvSpPr>
          <p:cNvPr id="91" name="Google Shape;91;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iw-IL"/>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0" name="Google Shape;110;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18" name="Google Shape;11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26" name="Google Shape;12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33" name="Google Shape;13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0" name="Google Shape;140;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8" name="Google Shape;148;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7" name="Google Shape;157;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7" name="Google Shape;167;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6" name="Google Shape;176;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6" name="Google Shape;186;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5" name="Google Shape;195;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5" name="Google Shape;205;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4" name="Google Shape;214;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The $7 billion Ariane 5 rocket,</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launched on June 4, 1996,</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veered off course 40 seconds</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after launch, broke up, and</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exploded. The failure was</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caused when the computer</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controlling the rocket</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overflowed its 16-bit range</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and crashed.</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The code had been extensively</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tested on the Ariane 4 rocket.</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However, the Ariane 5 had a</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faster engine that produced larger</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values for the control computer,</a:t>
            </a:r>
            <a:endParaRPr/>
          </a:p>
          <a:p>
            <a:pPr marL="457200" marR="0" lvl="0" indent="-228600" algn="l" rtl="0">
              <a:lnSpc>
                <a:spcPct val="100000"/>
              </a:lnSpc>
              <a:spcBef>
                <a:spcPts val="360"/>
              </a:spcBef>
              <a:spcAft>
                <a:spcPts val="0"/>
              </a:spcAft>
              <a:buSzPts val="1400"/>
              <a:buNone/>
            </a:pPr>
            <a:r>
              <a:rPr lang="iw-IL" sz="1200" b="0" i="0" u="none" strike="noStrike" cap="none">
                <a:solidFill>
                  <a:schemeClr val="dk1"/>
                </a:solidFill>
                <a:latin typeface="Calibri"/>
                <a:ea typeface="Calibri"/>
                <a:cs typeface="Calibri"/>
                <a:sym typeface="Calibri"/>
              </a:rPr>
              <a:t>leading to the overflow.</a:t>
            </a:r>
            <a:endParaRPr/>
          </a:p>
        </p:txBody>
      </p:sp>
      <p:sp>
        <p:nvSpPr>
          <p:cNvPr id="225" name="Google Shape;225;p5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1">
              <a:lnSpc>
                <a:spcPct val="100000"/>
              </a:lnSpc>
              <a:spcBef>
                <a:spcPts val="0"/>
              </a:spcBef>
              <a:spcAft>
                <a:spcPts val="0"/>
              </a:spcAft>
              <a:buSzPts val="1200"/>
              <a:buNone/>
            </a:pPr>
            <a:fld id="{00000000-1234-1234-1234-123412341234}" type="slidenum">
              <a:rPr lang="iw-IL" sz="1200" b="0" i="0" u="none" strike="noStrike" cap="none">
                <a:solidFill>
                  <a:schemeClr val="dk1"/>
                </a:solidFill>
                <a:latin typeface="Arial"/>
                <a:ea typeface="Arial"/>
                <a:cs typeface="Arial"/>
                <a:sym typeface="Arial"/>
              </a:rPr>
              <a:t>15</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34" name="Google Shape;234;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41" name="Google Shape;241;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52" name="Google Shape;252;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65" name="Google Shape;265;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75" name="Google Shape;275;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SzPts val="1400"/>
              <a:buNone/>
            </a:pPr>
            <a:r>
              <a:rPr lang="iw-IL"/>
              <a:t>לקוח נכנס למסעדה </a:t>
            </a:r>
            <a:endParaRPr/>
          </a:p>
        </p:txBody>
      </p:sp>
      <p:sp>
        <p:nvSpPr>
          <p:cNvPr id="283" name="Google Shape;283;p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1">
              <a:lnSpc>
                <a:spcPct val="100000"/>
              </a:lnSpc>
              <a:spcBef>
                <a:spcPts val="0"/>
              </a:spcBef>
              <a:spcAft>
                <a:spcPts val="0"/>
              </a:spcAft>
              <a:buSzPts val="1400"/>
              <a:buNone/>
            </a:pPr>
            <a:fld id="{00000000-1234-1234-1234-123412341234}" type="slidenum">
              <a:rPr lang="iw-IL"/>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SzPts val="1400"/>
              <a:buNone/>
            </a:pPr>
            <a:r>
              <a:rPr lang="iw-IL"/>
              <a:t>לקוח נכנס למסעדה </a:t>
            </a:r>
            <a:endParaRPr/>
          </a:p>
        </p:txBody>
      </p:sp>
      <p:sp>
        <p:nvSpPr>
          <p:cNvPr id="292" name="Google Shape;292;p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1">
              <a:lnSpc>
                <a:spcPct val="100000"/>
              </a:lnSpc>
              <a:spcBef>
                <a:spcPts val="0"/>
              </a:spcBef>
              <a:spcAft>
                <a:spcPts val="0"/>
              </a:spcAft>
              <a:buSzPts val="1400"/>
              <a:buNone/>
            </a:pPr>
            <a:fld id="{00000000-1234-1234-1234-123412341234}" type="slidenum">
              <a:rPr lang="iw-IL"/>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SzPts val="1400"/>
              <a:buNone/>
            </a:pPr>
            <a:r>
              <a:rPr lang="iw-IL"/>
              <a:t>לקוח נכנס למסעדה </a:t>
            </a:r>
            <a:endParaRPr/>
          </a:p>
        </p:txBody>
      </p:sp>
      <p:sp>
        <p:nvSpPr>
          <p:cNvPr id="301" name="Google Shape;301;p5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1">
              <a:lnSpc>
                <a:spcPct val="100000"/>
              </a:lnSpc>
              <a:spcBef>
                <a:spcPts val="0"/>
              </a:spcBef>
              <a:spcAft>
                <a:spcPts val="0"/>
              </a:spcAft>
              <a:buSzPts val="1400"/>
              <a:buNone/>
            </a:pPr>
            <a:fld id="{00000000-1234-1234-1234-123412341234}" type="slidenum">
              <a:rPr lang="iw-IL"/>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18" name="Google Shape;31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30" name="Google Shape;330;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4b90bdec2f950e3c_2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37" name="Google Shape;337;g4b90bdec2f950e3c_2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44" name="Google Shape;344;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1" name="Google Shape;351;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58" name="Google Shape;358;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65" name="Google Shape;365;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72" name="Google Shape;372;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79" name="Google Shape;379;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86" name="Google Shape;38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93" name="Google Shape;393;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00" name="Google Shape;400;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08" name="Google Shape;408;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17"/>
        <p:cNvGrpSpPr/>
        <p:nvPr/>
      </p:nvGrpSpPr>
      <p:grpSpPr>
        <a:xfrm>
          <a:off x="0" y="0"/>
          <a:ext cx="0" cy="0"/>
          <a:chOff x="0" y="0"/>
          <a:chExt cx="0" cy="0"/>
        </a:xfrm>
      </p:grpSpPr>
      <p:sp>
        <p:nvSpPr>
          <p:cNvPr id="18" name="Google Shape;18;p65"/>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65"/>
          <p:cNvSpPr txBox="1">
            <a:spLocks noGrp="1"/>
          </p:cNvSpPr>
          <p:nvPr>
            <p:ph type="ftr" idx="11"/>
          </p:nvPr>
        </p:nvSpPr>
        <p:spPr>
          <a:xfrm>
            <a:off x="2640013" y="6477000"/>
            <a:ext cx="5508625" cy="274638"/>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65"/>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gradFill>
          <a:gsLst>
            <a:gs pos="0">
              <a:srgbClr val="BEC4D3"/>
            </a:gs>
            <a:gs pos="12000">
              <a:srgbClr val="BEC4D3"/>
            </a:gs>
            <a:gs pos="20000">
              <a:srgbClr val="BDC3D1"/>
            </a:gs>
            <a:gs pos="100000">
              <a:srgbClr val="343945"/>
            </a:gs>
          </a:gsLst>
          <a:path path="circle">
            <a:fillToRect l="50000" t="50000" r="50000" b="50000"/>
          </a:path>
          <a:tileRect/>
        </a:gradFill>
        <a:effectLst/>
      </p:bgPr>
    </p:bg>
    <p:spTree>
      <p:nvGrpSpPr>
        <p:cNvPr id="1" name="Shape 21"/>
        <p:cNvGrpSpPr/>
        <p:nvPr/>
      </p:nvGrpSpPr>
      <p:grpSpPr>
        <a:xfrm>
          <a:off x="0" y="0"/>
          <a:ext cx="0" cy="0"/>
          <a:chOff x="0" y="0"/>
          <a:chExt cx="0" cy="0"/>
        </a:xfrm>
      </p:grpSpPr>
      <p:sp>
        <p:nvSpPr>
          <p:cNvPr id="22" name="Google Shape;22;p29"/>
          <p:cNvSpPr/>
          <p:nvPr/>
        </p:nvSpPr>
        <p:spPr>
          <a:xfrm>
            <a:off x="0" y="0"/>
            <a:ext cx="9144000" cy="5135563"/>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3" name="Google Shape;23;p29"/>
          <p:cNvSpPr/>
          <p:nvPr/>
        </p:nvSpPr>
        <p:spPr>
          <a:xfrm>
            <a:off x="0" y="5127625"/>
            <a:ext cx="9144000" cy="46038"/>
          </a:xfrm>
          <a:prstGeom prst="rect">
            <a:avLst/>
          </a:prstGeom>
          <a:solidFill>
            <a:srgbClr val="FFFFFF"/>
          </a:solidFill>
          <a:ln>
            <a:noFill/>
          </a:ln>
          <a:effectLst>
            <a:outerShdw blurRad="31750" dist="10160" dir="5400000" algn="tl" rotWithShape="0">
              <a:srgbClr val="000000">
                <a:alpha val="60000"/>
              </a:srgbClr>
            </a:outerShdw>
          </a:effectLst>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4" name="Google Shape;24;p29"/>
          <p:cNvSpPr txBox="1">
            <a:spLocks noGrp="1"/>
          </p:cNvSpPr>
          <p:nvPr>
            <p:ph type="ctrTitle"/>
          </p:nvPr>
        </p:nvSpPr>
        <p:spPr>
          <a:xfrm>
            <a:off x="685800" y="3355848"/>
            <a:ext cx="8077200" cy="1673352"/>
          </a:xfrm>
          <a:prstGeom prst="rect">
            <a:avLst/>
          </a:prstGeom>
          <a:noFill/>
          <a:ln>
            <a:noFill/>
          </a:ln>
        </p:spPr>
        <p:txBody>
          <a:bodyPr spcFirstLastPara="1" wrap="square" lIns="91425" tIns="0" rIns="45700" bIns="0" anchor="t" anchorCtr="0">
            <a:normAutofit/>
          </a:bodyPr>
          <a:lstStyle>
            <a:lvl1pPr lvl="0" algn="l">
              <a:lnSpc>
                <a:spcPct val="100000"/>
              </a:lnSpc>
              <a:spcBef>
                <a:spcPts val="0"/>
              </a:spcBef>
              <a:spcAft>
                <a:spcPts val="0"/>
              </a:spcAft>
              <a:buSzPts val="1400"/>
              <a:buNone/>
              <a:defRPr sz="47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9"/>
          <p:cNvSpPr txBox="1">
            <a:spLocks noGrp="1"/>
          </p:cNvSpPr>
          <p:nvPr>
            <p:ph type="subTitle" idx="1"/>
          </p:nvPr>
        </p:nvSpPr>
        <p:spPr>
          <a:xfrm>
            <a:off x="685800" y="1828800"/>
            <a:ext cx="8077200" cy="1499616"/>
          </a:xfrm>
          <a:prstGeom prst="rect">
            <a:avLst/>
          </a:prstGeom>
          <a:noFill/>
          <a:ln>
            <a:noFill/>
          </a:ln>
        </p:spPr>
        <p:txBody>
          <a:bodyPr spcFirstLastPara="1" wrap="square" lIns="118850" tIns="0" rIns="45700" bIns="0" anchor="b" anchorCtr="0">
            <a:noAutofit/>
          </a:bodyPr>
          <a:lstStyle>
            <a:lvl1pPr lvl="0" algn="l">
              <a:lnSpc>
                <a:spcPct val="100000"/>
              </a:lnSpc>
              <a:spcBef>
                <a:spcPts val="0"/>
              </a:spcBef>
              <a:spcAft>
                <a:spcPts val="0"/>
              </a:spcAft>
              <a:buSzPts val="1600"/>
              <a:buNone/>
              <a:defRPr sz="2000">
                <a:solidFill>
                  <a:srgbClr val="FFFFFF"/>
                </a:solidFill>
              </a:defRPr>
            </a:lvl1pPr>
            <a:lvl2pPr lvl="1" algn="ctr">
              <a:lnSpc>
                <a:spcPct val="100000"/>
              </a:lnSpc>
              <a:spcBef>
                <a:spcPts val="560"/>
              </a:spcBef>
              <a:spcAft>
                <a:spcPts val="0"/>
              </a:spcAft>
              <a:buSzPts val="2520"/>
              <a:buNone/>
              <a:defRPr>
                <a:solidFill>
                  <a:schemeClr val="lt1"/>
                </a:solidFill>
              </a:defRPr>
            </a:lvl2pPr>
            <a:lvl3pPr lvl="2" algn="ctr">
              <a:lnSpc>
                <a:spcPct val="100000"/>
              </a:lnSpc>
              <a:spcBef>
                <a:spcPts val="480"/>
              </a:spcBef>
              <a:spcAft>
                <a:spcPts val="0"/>
              </a:spcAft>
              <a:buSzPts val="2400"/>
              <a:buNone/>
              <a:defRPr>
                <a:solidFill>
                  <a:schemeClr val="lt1"/>
                </a:solidFill>
              </a:defRPr>
            </a:lvl3pPr>
            <a:lvl4pPr lvl="3" algn="ctr">
              <a:lnSpc>
                <a:spcPct val="100000"/>
              </a:lnSpc>
              <a:spcBef>
                <a:spcPts val="400"/>
              </a:spcBef>
              <a:spcAft>
                <a:spcPts val="0"/>
              </a:spcAft>
              <a:buSzPts val="2000"/>
              <a:buNone/>
              <a:defRPr>
                <a:solidFill>
                  <a:schemeClr val="lt1"/>
                </a:solidFill>
              </a:defRPr>
            </a:lvl4pPr>
            <a:lvl5pPr lvl="4" algn="ctr">
              <a:lnSpc>
                <a:spcPct val="100000"/>
              </a:lnSpc>
              <a:spcBef>
                <a:spcPts val="400"/>
              </a:spcBef>
              <a:spcAft>
                <a:spcPts val="0"/>
              </a:spcAft>
              <a:buSzPts val="2000"/>
              <a:buNone/>
              <a:defRPr>
                <a:solidFill>
                  <a:schemeClr val="lt1"/>
                </a:solidFill>
              </a:defRPr>
            </a:lvl5pPr>
            <a:lvl6pPr lvl="5" algn="ctr">
              <a:lnSpc>
                <a:spcPct val="100000"/>
              </a:lnSpc>
              <a:spcBef>
                <a:spcPts val="400"/>
              </a:spcBef>
              <a:spcAft>
                <a:spcPts val="0"/>
              </a:spcAft>
              <a:buSzPts val="2000"/>
              <a:buNone/>
              <a:defRPr>
                <a:solidFill>
                  <a:schemeClr val="lt1"/>
                </a:solidFill>
              </a:defRPr>
            </a:lvl6pPr>
            <a:lvl7pPr lvl="6" algn="ctr">
              <a:lnSpc>
                <a:spcPct val="100000"/>
              </a:lnSpc>
              <a:spcBef>
                <a:spcPts val="360"/>
              </a:spcBef>
              <a:spcAft>
                <a:spcPts val="0"/>
              </a:spcAft>
              <a:buSzPts val="1800"/>
              <a:buNone/>
              <a:defRPr>
                <a:solidFill>
                  <a:schemeClr val="lt1"/>
                </a:solidFill>
              </a:defRPr>
            </a:lvl7pPr>
            <a:lvl8pPr lvl="7" algn="ctr">
              <a:lnSpc>
                <a:spcPct val="100000"/>
              </a:lnSpc>
              <a:spcBef>
                <a:spcPts val="360"/>
              </a:spcBef>
              <a:spcAft>
                <a:spcPts val="0"/>
              </a:spcAft>
              <a:buSzPts val="1800"/>
              <a:buNone/>
              <a:defRPr>
                <a:solidFill>
                  <a:schemeClr val="lt1"/>
                </a:solidFill>
              </a:defRPr>
            </a:lvl8pPr>
            <a:lvl9pPr lvl="8" algn="ctr">
              <a:lnSpc>
                <a:spcPct val="100000"/>
              </a:lnSpc>
              <a:spcBef>
                <a:spcPts val="360"/>
              </a:spcBef>
              <a:spcAft>
                <a:spcPts val="0"/>
              </a:spcAft>
              <a:buSzPts val="1800"/>
              <a:buNone/>
              <a:defRPr>
                <a:solidFill>
                  <a:schemeClr val="lt1"/>
                </a:solidFill>
              </a:defRPr>
            </a:lvl9pPr>
          </a:lstStyle>
          <a:p>
            <a:endParaRPr/>
          </a:p>
        </p:txBody>
      </p:sp>
      <p:sp>
        <p:nvSpPr>
          <p:cNvPr id="26" name="Google Shape;26;p29"/>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9"/>
          <p:cNvSpPr txBox="1">
            <a:spLocks noGrp="1"/>
          </p:cNvSpPr>
          <p:nvPr>
            <p:ph type="ftr" idx="11"/>
          </p:nvPr>
        </p:nvSpPr>
        <p:spPr>
          <a:xfrm>
            <a:off x="2640013" y="6477000"/>
            <a:ext cx="5508625" cy="274638"/>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9"/>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chemeClr val="lt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
        <p:cNvGrpSpPr/>
        <p:nvPr/>
      </p:nvGrpSpPr>
      <p:grpSpPr>
        <a:xfrm>
          <a:off x="0" y="0"/>
          <a:ext cx="0" cy="0"/>
          <a:chOff x="0" y="0"/>
          <a:chExt cx="0" cy="0"/>
        </a:xfrm>
      </p:grpSpPr>
      <p:sp>
        <p:nvSpPr>
          <p:cNvPr id="30" name="Google Shape;30;p30"/>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0"/>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lvl1pPr marL="457200" lvl="0" indent="-320040" algn="l">
              <a:lnSpc>
                <a:spcPct val="100000"/>
              </a:lnSpc>
              <a:spcBef>
                <a:spcPts val="0"/>
              </a:spcBef>
              <a:spcAft>
                <a:spcPts val="0"/>
              </a:spcAft>
              <a:buSzPts val="1440"/>
              <a:buChar char="◼"/>
              <a:defRPr/>
            </a:lvl1pPr>
            <a:lvl2pPr marL="914400" lvl="1" indent="-331470" algn="l">
              <a:lnSpc>
                <a:spcPct val="100000"/>
              </a:lnSpc>
              <a:spcBef>
                <a:spcPts val="360"/>
              </a:spcBef>
              <a:spcAft>
                <a:spcPts val="0"/>
              </a:spcAft>
              <a:buSzPts val="162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2" name="Google Shape;32;p30"/>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0"/>
          <p:cNvSpPr txBox="1">
            <a:spLocks noGrp="1"/>
          </p:cNvSpPr>
          <p:nvPr>
            <p:ph type="ftr" idx="11"/>
          </p:nvPr>
        </p:nvSpPr>
        <p:spPr>
          <a:xfrm>
            <a:off x="2640013" y="6477000"/>
            <a:ext cx="5508625" cy="274638"/>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0"/>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34"/>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4"/>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4"/>
          <p:cNvSpPr txBox="1">
            <a:spLocks noGrp="1"/>
          </p:cNvSpPr>
          <p:nvPr>
            <p:ph type="ftr" idx="11"/>
          </p:nvPr>
        </p:nvSpPr>
        <p:spPr>
          <a:xfrm>
            <a:off x="2640013" y="6477000"/>
            <a:ext cx="5508625" cy="274638"/>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4"/>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32"/>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2"/>
          <p:cNvSpPr txBox="1">
            <a:spLocks noGrp="1"/>
          </p:cNvSpPr>
          <p:nvPr>
            <p:ph type="body" idx="1"/>
          </p:nvPr>
        </p:nvSpPr>
        <p:spPr>
          <a:xfrm>
            <a:off x="457200" y="1773936"/>
            <a:ext cx="4038600" cy="4623816"/>
          </a:xfrm>
          <a:prstGeom prst="rect">
            <a:avLst/>
          </a:prstGeom>
          <a:noFill/>
          <a:ln>
            <a:noFill/>
          </a:ln>
        </p:spPr>
        <p:txBody>
          <a:bodyPr spcFirstLastPara="1" wrap="square" lIns="91425" tIns="91425" rIns="91425" bIns="45700" anchor="t" anchorCtr="0">
            <a:noAutofit/>
          </a:bodyPr>
          <a:lstStyle>
            <a:lvl1pPr marL="457200" lvl="0" indent="-370840" algn="l">
              <a:lnSpc>
                <a:spcPct val="100000"/>
              </a:lnSpc>
              <a:spcBef>
                <a:spcPts val="0"/>
              </a:spcBef>
              <a:spcAft>
                <a:spcPts val="0"/>
              </a:spcAft>
              <a:buSzPts val="2240"/>
              <a:buChar char="◼"/>
              <a:defRPr sz="2800"/>
            </a:lvl1pPr>
            <a:lvl2pPr marL="914400" lvl="1" indent="-365760" algn="l">
              <a:lnSpc>
                <a:spcPct val="100000"/>
              </a:lnSpc>
              <a:spcBef>
                <a:spcPts val="480"/>
              </a:spcBef>
              <a:spcAft>
                <a:spcPts val="0"/>
              </a:spcAft>
              <a:buSzPts val="216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3" name="Google Shape;43;p32"/>
          <p:cNvSpPr txBox="1">
            <a:spLocks noGrp="1"/>
          </p:cNvSpPr>
          <p:nvPr>
            <p:ph type="body" idx="2"/>
          </p:nvPr>
        </p:nvSpPr>
        <p:spPr>
          <a:xfrm>
            <a:off x="4648200" y="1773936"/>
            <a:ext cx="4038600" cy="4623816"/>
          </a:xfrm>
          <a:prstGeom prst="rect">
            <a:avLst/>
          </a:prstGeom>
          <a:noFill/>
          <a:ln>
            <a:noFill/>
          </a:ln>
        </p:spPr>
        <p:txBody>
          <a:bodyPr spcFirstLastPara="1" wrap="square" lIns="54850" tIns="91425" rIns="91425" bIns="45700" anchor="t" anchorCtr="0">
            <a:noAutofit/>
          </a:bodyPr>
          <a:lstStyle>
            <a:lvl1pPr marL="457200" lvl="0" indent="-370840" algn="l">
              <a:lnSpc>
                <a:spcPct val="100000"/>
              </a:lnSpc>
              <a:spcBef>
                <a:spcPts val="0"/>
              </a:spcBef>
              <a:spcAft>
                <a:spcPts val="0"/>
              </a:spcAft>
              <a:buSzPts val="2240"/>
              <a:buChar char="◼"/>
              <a:defRPr sz="2800"/>
            </a:lvl1pPr>
            <a:lvl2pPr marL="914400" lvl="1" indent="-365760" algn="l">
              <a:lnSpc>
                <a:spcPct val="100000"/>
              </a:lnSpc>
              <a:spcBef>
                <a:spcPts val="480"/>
              </a:spcBef>
              <a:spcAft>
                <a:spcPts val="0"/>
              </a:spcAft>
              <a:buSzPts val="216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4" name="Google Shape;44;p32"/>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2"/>
          <p:cNvSpPr txBox="1">
            <a:spLocks noGrp="1"/>
          </p:cNvSpPr>
          <p:nvPr>
            <p:ph type="ftr" idx="11"/>
          </p:nvPr>
        </p:nvSpPr>
        <p:spPr>
          <a:xfrm>
            <a:off x="2640013" y="6477000"/>
            <a:ext cx="5508625" cy="274638"/>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32"/>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33"/>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33"/>
          <p:cNvSpPr txBox="1">
            <a:spLocks noGrp="1"/>
          </p:cNvSpPr>
          <p:nvPr>
            <p:ph type="body" idx="1"/>
          </p:nvPr>
        </p:nvSpPr>
        <p:spPr>
          <a:xfrm>
            <a:off x="457200" y="1698987"/>
            <a:ext cx="4040188" cy="715355"/>
          </a:xfrm>
          <a:prstGeom prst="rect">
            <a:avLst/>
          </a:prstGeom>
          <a:noFill/>
          <a:ln>
            <a:noFill/>
          </a:ln>
        </p:spPr>
        <p:txBody>
          <a:bodyPr spcFirstLastPara="1" wrap="square" lIns="146300" tIns="91425" rIns="91425" bIns="45700" anchor="ctr" anchorCtr="0">
            <a:noAutofit/>
          </a:bodyPr>
          <a:lstStyle>
            <a:lvl1pPr marL="457200" lvl="0" indent="-228600" algn="l">
              <a:lnSpc>
                <a:spcPct val="100000"/>
              </a:lnSpc>
              <a:spcBef>
                <a:spcPts val="0"/>
              </a:spcBef>
              <a:spcAft>
                <a:spcPts val="0"/>
              </a:spcAft>
              <a:buSzPts val="1840"/>
              <a:buNone/>
              <a:defRPr sz="2300" b="1" cap="none"/>
            </a:lvl1pPr>
            <a:lvl2pPr marL="914400" lvl="1" indent="-228600" algn="l">
              <a:lnSpc>
                <a:spcPct val="100000"/>
              </a:lnSpc>
              <a:spcBef>
                <a:spcPts val="400"/>
              </a:spcBef>
              <a:spcAft>
                <a:spcPts val="0"/>
              </a:spcAft>
              <a:buSzPts val="18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50" name="Google Shape;50;p33"/>
          <p:cNvSpPr txBox="1">
            <a:spLocks noGrp="1"/>
          </p:cNvSpPr>
          <p:nvPr>
            <p:ph type="body" idx="2"/>
          </p:nvPr>
        </p:nvSpPr>
        <p:spPr>
          <a:xfrm>
            <a:off x="457200" y="2449512"/>
            <a:ext cx="4040188" cy="3951288"/>
          </a:xfrm>
          <a:prstGeom prst="rect">
            <a:avLst/>
          </a:prstGeom>
          <a:noFill/>
          <a:ln>
            <a:noFill/>
          </a:ln>
        </p:spPr>
        <p:txBody>
          <a:bodyPr spcFirstLastPara="1" wrap="square" lIns="54850" tIns="91425" rIns="91425" bIns="45700" anchor="t" anchorCtr="0">
            <a:noAutofit/>
          </a:bodyPr>
          <a:lstStyle>
            <a:lvl1pPr marL="457200" lvl="0" indent="-350520" algn="l">
              <a:lnSpc>
                <a:spcPct val="100000"/>
              </a:lnSpc>
              <a:spcBef>
                <a:spcPts val="0"/>
              </a:spcBef>
              <a:spcAft>
                <a:spcPts val="0"/>
              </a:spcAft>
              <a:buSzPts val="1920"/>
              <a:buChar char="◼"/>
              <a:defRPr sz="2400"/>
            </a:lvl1pPr>
            <a:lvl2pPr marL="914400" lvl="1" indent="-342900" algn="l">
              <a:lnSpc>
                <a:spcPct val="100000"/>
              </a:lnSpc>
              <a:spcBef>
                <a:spcPts val="400"/>
              </a:spcBef>
              <a:spcAft>
                <a:spcPts val="0"/>
              </a:spcAft>
              <a:buSzPts val="18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51" name="Google Shape;51;p33"/>
          <p:cNvSpPr txBox="1">
            <a:spLocks noGrp="1"/>
          </p:cNvSpPr>
          <p:nvPr>
            <p:ph type="body" idx="3"/>
          </p:nvPr>
        </p:nvSpPr>
        <p:spPr>
          <a:xfrm>
            <a:off x="4645025" y="1698987"/>
            <a:ext cx="4041775" cy="715355"/>
          </a:xfrm>
          <a:prstGeom prst="rect">
            <a:avLst/>
          </a:prstGeom>
          <a:noFill/>
          <a:ln>
            <a:noFill/>
          </a:ln>
        </p:spPr>
        <p:txBody>
          <a:bodyPr spcFirstLastPara="1" wrap="square" lIns="146300" tIns="91425" rIns="91425" bIns="45700" anchor="ctr" anchorCtr="0">
            <a:noAutofit/>
          </a:bodyPr>
          <a:lstStyle>
            <a:lvl1pPr marL="457200" lvl="0" indent="-228600" algn="l">
              <a:lnSpc>
                <a:spcPct val="100000"/>
              </a:lnSpc>
              <a:spcBef>
                <a:spcPts val="0"/>
              </a:spcBef>
              <a:spcAft>
                <a:spcPts val="0"/>
              </a:spcAft>
              <a:buSzPts val="1840"/>
              <a:buNone/>
              <a:defRPr sz="2300" b="1" cap="none"/>
            </a:lvl1pPr>
            <a:lvl2pPr marL="914400" lvl="1" indent="-228600" algn="l">
              <a:lnSpc>
                <a:spcPct val="100000"/>
              </a:lnSpc>
              <a:spcBef>
                <a:spcPts val="400"/>
              </a:spcBef>
              <a:spcAft>
                <a:spcPts val="0"/>
              </a:spcAft>
              <a:buSzPts val="18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52" name="Google Shape;52;p33"/>
          <p:cNvSpPr txBox="1">
            <a:spLocks noGrp="1"/>
          </p:cNvSpPr>
          <p:nvPr>
            <p:ph type="body" idx="4"/>
          </p:nvPr>
        </p:nvSpPr>
        <p:spPr>
          <a:xfrm>
            <a:off x="4645025" y="2449512"/>
            <a:ext cx="4041775" cy="3951288"/>
          </a:xfrm>
          <a:prstGeom prst="rect">
            <a:avLst/>
          </a:prstGeom>
          <a:noFill/>
          <a:ln>
            <a:noFill/>
          </a:ln>
        </p:spPr>
        <p:txBody>
          <a:bodyPr spcFirstLastPara="1" wrap="square" lIns="54850" tIns="91425" rIns="91425" bIns="45700" anchor="t" anchorCtr="0">
            <a:noAutofit/>
          </a:bodyPr>
          <a:lstStyle>
            <a:lvl1pPr marL="457200" lvl="0" indent="-350520" algn="l">
              <a:lnSpc>
                <a:spcPct val="100000"/>
              </a:lnSpc>
              <a:spcBef>
                <a:spcPts val="0"/>
              </a:spcBef>
              <a:spcAft>
                <a:spcPts val="0"/>
              </a:spcAft>
              <a:buSzPts val="1920"/>
              <a:buChar char="◼"/>
              <a:defRPr sz="2400"/>
            </a:lvl1pPr>
            <a:lvl2pPr marL="914400" lvl="1" indent="-342900" algn="l">
              <a:lnSpc>
                <a:spcPct val="100000"/>
              </a:lnSpc>
              <a:spcBef>
                <a:spcPts val="400"/>
              </a:spcBef>
              <a:spcAft>
                <a:spcPts val="0"/>
              </a:spcAft>
              <a:buSzPts val="18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53" name="Google Shape;53;p33"/>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33"/>
          <p:cNvSpPr txBox="1">
            <a:spLocks noGrp="1"/>
          </p:cNvSpPr>
          <p:nvPr>
            <p:ph type="ftr" idx="11"/>
          </p:nvPr>
        </p:nvSpPr>
        <p:spPr>
          <a:xfrm>
            <a:off x="2640013" y="6477000"/>
            <a:ext cx="5508625" cy="274638"/>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3"/>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6"/>
        <p:cNvGrpSpPr/>
        <p:nvPr/>
      </p:nvGrpSpPr>
      <p:grpSpPr>
        <a:xfrm>
          <a:off x="0" y="0"/>
          <a:ext cx="0" cy="0"/>
          <a:chOff x="0" y="0"/>
          <a:chExt cx="0" cy="0"/>
        </a:xfrm>
      </p:grpSpPr>
      <p:sp>
        <p:nvSpPr>
          <p:cNvPr id="57" name="Google Shape;57;p36"/>
          <p:cNvSpPr/>
          <p:nvPr/>
        </p:nvSpPr>
        <p:spPr>
          <a:xfrm>
            <a:off x="2855913" y="0"/>
            <a:ext cx="46037" cy="145415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8" name="Google Shape;58;p36"/>
          <p:cNvSpPr/>
          <p:nvPr/>
        </p:nvSpPr>
        <p:spPr>
          <a:xfrm>
            <a:off x="2855913" y="0"/>
            <a:ext cx="46037" cy="145415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9" name="Google Shape;59;p36"/>
          <p:cNvSpPr txBox="1">
            <a:spLocks noGrp="1"/>
          </p:cNvSpPr>
          <p:nvPr>
            <p:ph type="title"/>
          </p:nvPr>
        </p:nvSpPr>
        <p:spPr>
          <a:xfrm>
            <a:off x="167838" y="152400"/>
            <a:ext cx="2523744" cy="978408"/>
          </a:xfrm>
          <a:prstGeom prst="rect">
            <a:avLst/>
          </a:prstGeom>
          <a:noFill/>
          <a:ln>
            <a:noFill/>
          </a:ln>
        </p:spPr>
        <p:txBody>
          <a:bodyPr spcFirstLastPara="1" wrap="square" lIns="73150" tIns="45700" rIns="45700" bIns="0" anchor="b" anchorCtr="0">
            <a:normAutofit/>
          </a:bodyPr>
          <a:lstStyle>
            <a:lvl1pPr lvl="0" algn="l">
              <a:lnSpc>
                <a:spcPct val="100000"/>
              </a:lnSpc>
              <a:spcBef>
                <a:spcPts val="0"/>
              </a:spcBef>
              <a:spcAft>
                <a:spcPts val="0"/>
              </a:spcAft>
              <a:buSzPts val="1400"/>
              <a:buNone/>
              <a:defRPr sz="20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6"/>
          <p:cNvSpPr txBox="1">
            <a:spLocks noGrp="1"/>
          </p:cNvSpPr>
          <p:nvPr>
            <p:ph type="body" idx="1"/>
          </p:nvPr>
        </p:nvSpPr>
        <p:spPr>
          <a:xfrm>
            <a:off x="3019377" y="1743133"/>
            <a:ext cx="5920641" cy="4558885"/>
          </a:xfrm>
          <a:prstGeom prst="rect">
            <a:avLst/>
          </a:prstGeom>
          <a:noFill/>
          <a:ln>
            <a:noFill/>
          </a:ln>
        </p:spPr>
        <p:txBody>
          <a:bodyPr spcFirstLastPara="1" wrap="square" lIns="54850" tIns="91425" rIns="91425" bIns="45700" anchor="t" anchorCtr="0">
            <a:noAutofit/>
          </a:bodyPr>
          <a:lstStyle>
            <a:lvl1pPr marL="457200" lvl="0" indent="-391160" algn="l">
              <a:lnSpc>
                <a:spcPct val="100000"/>
              </a:lnSpc>
              <a:spcBef>
                <a:spcPts val="0"/>
              </a:spcBef>
              <a:spcAft>
                <a:spcPts val="0"/>
              </a:spcAft>
              <a:buSzPts val="2560"/>
              <a:buChar char="◼"/>
              <a:defRPr sz="3200"/>
            </a:lvl1pPr>
            <a:lvl2pPr marL="914400" lvl="1" indent="-388620" algn="l">
              <a:lnSpc>
                <a:spcPct val="100000"/>
              </a:lnSpc>
              <a:spcBef>
                <a:spcPts val="560"/>
              </a:spcBef>
              <a:spcAft>
                <a:spcPts val="0"/>
              </a:spcAft>
              <a:buSzPts val="2520"/>
              <a:buChar char="▪"/>
              <a:defRPr sz="2800"/>
            </a:lvl2pPr>
            <a:lvl3pPr marL="1371600" lvl="2" indent="-381000" algn="l">
              <a:lnSpc>
                <a:spcPct val="100000"/>
              </a:lnSpc>
              <a:spcBef>
                <a:spcPts val="480"/>
              </a:spcBef>
              <a:spcAft>
                <a:spcPts val="0"/>
              </a:spcAft>
              <a:buSzPts val="2400"/>
              <a:buChar char="▪"/>
              <a:defRPr sz="2400"/>
            </a:lvl3pPr>
            <a:lvl4pPr marL="1828800" lvl="3" indent="-355600" algn="l">
              <a:lnSpc>
                <a:spcPct val="100000"/>
              </a:lnSpc>
              <a:spcBef>
                <a:spcPts val="400"/>
              </a:spcBef>
              <a:spcAft>
                <a:spcPts val="0"/>
              </a:spcAft>
              <a:buSzPts val="2000"/>
              <a:buChar char="▪"/>
              <a:defRPr sz="2000"/>
            </a:lvl4pPr>
            <a:lvl5pPr marL="2286000" lvl="4" indent="-355600" algn="l">
              <a:lnSpc>
                <a:spcPct val="100000"/>
              </a:lnSpc>
              <a:spcBef>
                <a:spcPts val="400"/>
              </a:spcBef>
              <a:spcAft>
                <a:spcPts val="0"/>
              </a:spcAft>
              <a:buSzPts val="2000"/>
              <a:buChar char="🢝"/>
              <a:defRPr sz="2000"/>
            </a:lvl5pPr>
            <a:lvl6pPr marL="2743200" lvl="5" indent="-355600" algn="l">
              <a:lnSpc>
                <a:spcPct val="100000"/>
              </a:lnSpc>
              <a:spcBef>
                <a:spcPts val="400"/>
              </a:spcBef>
              <a:spcAft>
                <a:spcPts val="0"/>
              </a:spcAft>
              <a:buSzPts val="2000"/>
              <a:buChar char="●"/>
              <a:defRPr sz="2000"/>
            </a:lvl6pPr>
            <a:lvl7pPr marL="3200400" lvl="6" indent="-355600" algn="l">
              <a:lnSpc>
                <a:spcPct val="100000"/>
              </a:lnSpc>
              <a:spcBef>
                <a:spcPts val="400"/>
              </a:spcBef>
              <a:spcAft>
                <a:spcPts val="0"/>
              </a:spcAft>
              <a:buSzPts val="2000"/>
              <a:buChar char="●"/>
              <a:defRPr sz="2000"/>
            </a:lvl7pPr>
            <a:lvl8pPr marL="3657600" lvl="7" indent="-355600" algn="l">
              <a:lnSpc>
                <a:spcPct val="100000"/>
              </a:lnSpc>
              <a:spcBef>
                <a:spcPts val="400"/>
              </a:spcBef>
              <a:spcAft>
                <a:spcPts val="0"/>
              </a:spcAft>
              <a:buSzPts val="2000"/>
              <a:buChar char="●"/>
              <a:defRPr sz="2000"/>
            </a:lvl8pPr>
            <a:lvl9pPr marL="4114800" lvl="8" indent="-355600" algn="l">
              <a:lnSpc>
                <a:spcPct val="100000"/>
              </a:lnSpc>
              <a:spcBef>
                <a:spcPts val="400"/>
              </a:spcBef>
              <a:spcAft>
                <a:spcPts val="0"/>
              </a:spcAft>
              <a:buSzPts val="2000"/>
              <a:buChar char="●"/>
              <a:defRPr sz="2000"/>
            </a:lvl9pPr>
          </a:lstStyle>
          <a:p>
            <a:endParaRPr/>
          </a:p>
        </p:txBody>
      </p:sp>
      <p:sp>
        <p:nvSpPr>
          <p:cNvPr id="61" name="Google Shape;61;p36"/>
          <p:cNvSpPr txBox="1">
            <a:spLocks noGrp="1"/>
          </p:cNvSpPr>
          <p:nvPr>
            <p:ph type="body" idx="2"/>
          </p:nvPr>
        </p:nvSpPr>
        <p:spPr>
          <a:xfrm>
            <a:off x="167838" y="1730018"/>
            <a:ext cx="2468880" cy="4572000"/>
          </a:xfrm>
          <a:prstGeom prst="rect">
            <a:avLst/>
          </a:prstGeom>
          <a:noFill/>
          <a:ln>
            <a:noFill/>
          </a:ln>
        </p:spPr>
        <p:txBody>
          <a:bodyPr spcFirstLastPara="1" wrap="square" lIns="54850" tIns="91425" rIns="91425" bIns="45700" anchor="t" anchorCtr="0">
            <a:noAutofit/>
          </a:bodyPr>
          <a:lstStyle>
            <a:lvl1pPr marL="457200" lvl="0" indent="-228600" algn="l">
              <a:lnSpc>
                <a:spcPct val="100000"/>
              </a:lnSpc>
              <a:spcBef>
                <a:spcPts val="0"/>
              </a:spcBef>
              <a:spcAft>
                <a:spcPts val="0"/>
              </a:spcAft>
              <a:buSzPts val="1120"/>
              <a:buNone/>
              <a:defRPr sz="1400"/>
            </a:lvl1pPr>
            <a:lvl2pPr marL="914400" lvl="1" indent="-228600" algn="l">
              <a:lnSpc>
                <a:spcPct val="100000"/>
              </a:lnSpc>
              <a:spcBef>
                <a:spcPts val="240"/>
              </a:spcBef>
              <a:spcAft>
                <a:spcPts val="0"/>
              </a:spcAft>
              <a:buSzPts val="108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62" name="Google Shape;62;p36"/>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6"/>
          <p:cNvSpPr txBox="1">
            <a:spLocks noGrp="1"/>
          </p:cNvSpPr>
          <p:nvPr>
            <p:ph type="ftr" idx="11"/>
          </p:nvPr>
        </p:nvSpPr>
        <p:spPr>
          <a:xfrm>
            <a:off x="2640013" y="6477000"/>
            <a:ext cx="5508625" cy="274638"/>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6"/>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bg>
      <p:bgPr>
        <a:solidFill>
          <a:schemeClr val="lt2"/>
        </a:solidFill>
        <a:effectLst/>
      </p:bgPr>
    </p:bg>
    <p:spTree>
      <p:nvGrpSpPr>
        <p:cNvPr id="1" name="Shape 65"/>
        <p:cNvGrpSpPr/>
        <p:nvPr/>
      </p:nvGrpSpPr>
      <p:grpSpPr>
        <a:xfrm>
          <a:off x="0" y="0"/>
          <a:ext cx="0" cy="0"/>
          <a:chOff x="0" y="0"/>
          <a:chExt cx="0" cy="0"/>
        </a:xfrm>
      </p:grpSpPr>
      <p:sp>
        <p:nvSpPr>
          <p:cNvPr id="66" name="Google Shape;66;p37"/>
          <p:cNvSpPr/>
          <p:nvPr/>
        </p:nvSpPr>
        <p:spPr>
          <a:xfrm>
            <a:off x="2855913" y="0"/>
            <a:ext cx="46037"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7" name="Google Shape;67;p37"/>
          <p:cNvSpPr/>
          <p:nvPr/>
        </p:nvSpPr>
        <p:spPr>
          <a:xfrm>
            <a:off x="2855913" y="0"/>
            <a:ext cx="46037"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8" name="Google Shape;68;p37"/>
          <p:cNvSpPr txBox="1">
            <a:spLocks noGrp="1"/>
          </p:cNvSpPr>
          <p:nvPr>
            <p:ph type="title"/>
          </p:nvPr>
        </p:nvSpPr>
        <p:spPr>
          <a:xfrm>
            <a:off x="164592" y="155448"/>
            <a:ext cx="2525150" cy="978408"/>
          </a:xfrm>
          <a:prstGeom prst="rect">
            <a:avLst/>
          </a:prstGeom>
          <a:noFill/>
          <a:ln>
            <a:noFill/>
          </a:ln>
        </p:spPr>
        <p:txBody>
          <a:bodyPr spcFirstLastPara="1" wrap="square" lIns="73150" tIns="45700" rIns="45700" bIns="0" anchor="b" anchorCtr="0">
            <a:normAutofit/>
          </a:bodyPr>
          <a:lstStyle>
            <a:lvl1pPr lvl="0" algn="l">
              <a:lnSpc>
                <a:spcPct val="100000"/>
              </a:lnSpc>
              <a:spcBef>
                <a:spcPts val="0"/>
              </a:spcBef>
              <a:spcAft>
                <a:spcPts val="0"/>
              </a:spcAft>
              <a:buSzPts val="1400"/>
              <a:buNone/>
              <a:defRPr sz="20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7"/>
          <p:cNvSpPr>
            <a:spLocks noGrp="1"/>
          </p:cNvSpPr>
          <p:nvPr>
            <p:ph type="pic" idx="2"/>
          </p:nvPr>
        </p:nvSpPr>
        <p:spPr>
          <a:xfrm>
            <a:off x="2903805" y="1484808"/>
            <a:ext cx="6247397" cy="5373192"/>
          </a:xfrm>
          <a:prstGeom prst="rect">
            <a:avLst/>
          </a:prstGeom>
          <a:solidFill>
            <a:srgbClr val="BABABB"/>
          </a:solidFill>
          <a:ln>
            <a:noFill/>
          </a:ln>
        </p:spPr>
      </p:sp>
      <p:sp>
        <p:nvSpPr>
          <p:cNvPr id="70" name="Google Shape;70;p37"/>
          <p:cNvSpPr txBox="1">
            <a:spLocks noGrp="1"/>
          </p:cNvSpPr>
          <p:nvPr>
            <p:ph type="body" idx="1"/>
          </p:nvPr>
        </p:nvSpPr>
        <p:spPr>
          <a:xfrm>
            <a:off x="164592" y="1728216"/>
            <a:ext cx="2468880" cy="4572000"/>
          </a:xfrm>
          <a:prstGeom prst="rect">
            <a:avLst/>
          </a:prstGeom>
          <a:noFill/>
          <a:ln>
            <a:noFill/>
          </a:ln>
        </p:spPr>
        <p:txBody>
          <a:bodyPr spcFirstLastPara="1" wrap="square" lIns="54850" tIns="91425" rIns="91425" bIns="45700" anchor="t" anchorCtr="0">
            <a:noAutofit/>
          </a:bodyPr>
          <a:lstStyle>
            <a:lvl1pPr marL="457200" lvl="0" indent="-228600" algn="l">
              <a:lnSpc>
                <a:spcPct val="100000"/>
              </a:lnSpc>
              <a:spcBef>
                <a:spcPts val="0"/>
              </a:spcBef>
              <a:spcAft>
                <a:spcPts val="0"/>
              </a:spcAft>
              <a:buSzPts val="1120"/>
              <a:buNone/>
              <a:defRPr sz="1400"/>
            </a:lvl1pPr>
            <a:lvl2pPr marL="914400" lvl="1" indent="-228600" algn="l">
              <a:lnSpc>
                <a:spcPct val="100000"/>
              </a:lnSpc>
              <a:spcBef>
                <a:spcPts val="240"/>
              </a:spcBef>
              <a:spcAft>
                <a:spcPts val="0"/>
              </a:spcAft>
              <a:buSzPts val="108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71" name="Google Shape;71;p37"/>
          <p:cNvSpPr txBox="1">
            <a:spLocks noGrp="1"/>
          </p:cNvSpPr>
          <p:nvPr>
            <p:ph type="dt" idx="10"/>
          </p:nvPr>
        </p:nvSpPr>
        <p:spPr>
          <a:xfrm>
            <a:off x="165100" y="1169988"/>
            <a:ext cx="2522538" cy="201612"/>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7"/>
          <p:cNvSpPr txBox="1">
            <a:spLocks noGrp="1"/>
          </p:cNvSpPr>
          <p:nvPr>
            <p:ph type="ftr" idx="11"/>
          </p:nvPr>
        </p:nvSpPr>
        <p:spPr>
          <a:xfrm>
            <a:off x="3035300" y="1169988"/>
            <a:ext cx="5194300" cy="201612"/>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solidFill>
                  <a:srgbClr val="BABABA"/>
                </a:solidFill>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7"/>
          <p:cNvSpPr txBox="1">
            <a:spLocks noGrp="1"/>
          </p:cNvSpPr>
          <p:nvPr>
            <p:ph type="sldNum" idx="12"/>
          </p:nvPr>
        </p:nvSpPr>
        <p:spPr>
          <a:xfrm>
            <a:off x="8339138" y="1169988"/>
            <a:ext cx="733425" cy="201612"/>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38"/>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8"/>
          <p:cNvSpPr txBox="1">
            <a:spLocks noGrp="1"/>
          </p:cNvSpPr>
          <p:nvPr>
            <p:ph type="body" idx="1"/>
          </p:nvPr>
        </p:nvSpPr>
        <p:spPr>
          <a:xfrm rot="5400000">
            <a:off x="2259013" y="-26987"/>
            <a:ext cx="4625975" cy="8229600"/>
          </a:xfrm>
          <a:prstGeom prst="rect">
            <a:avLst/>
          </a:prstGeom>
          <a:noFill/>
          <a:ln>
            <a:noFill/>
          </a:ln>
        </p:spPr>
        <p:txBody>
          <a:bodyPr spcFirstLastPara="1" wrap="square" lIns="54850" tIns="91425" rIns="91425" bIns="45700" anchor="t" anchorCtr="0">
            <a:noAutofit/>
          </a:bodyPr>
          <a:lstStyle>
            <a:lvl1pPr marL="457200" lvl="0" indent="-320040" algn="l">
              <a:lnSpc>
                <a:spcPct val="100000"/>
              </a:lnSpc>
              <a:spcBef>
                <a:spcPts val="0"/>
              </a:spcBef>
              <a:spcAft>
                <a:spcPts val="0"/>
              </a:spcAft>
              <a:buSzPts val="1440"/>
              <a:buChar char="◼"/>
              <a:defRPr/>
            </a:lvl1pPr>
            <a:lvl2pPr marL="914400" lvl="1" indent="-331470" algn="l">
              <a:lnSpc>
                <a:spcPct val="100000"/>
              </a:lnSpc>
              <a:spcBef>
                <a:spcPts val="360"/>
              </a:spcBef>
              <a:spcAft>
                <a:spcPts val="0"/>
              </a:spcAft>
              <a:buSzPts val="162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7" name="Google Shape;77;p38"/>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8"/>
          <p:cNvSpPr txBox="1">
            <a:spLocks noGrp="1"/>
          </p:cNvSpPr>
          <p:nvPr>
            <p:ph type="ftr" idx="11"/>
          </p:nvPr>
        </p:nvSpPr>
        <p:spPr>
          <a:xfrm>
            <a:off x="2640013" y="6477000"/>
            <a:ext cx="5508625" cy="274638"/>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38"/>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39"/>
          <p:cNvSpPr/>
          <p:nvPr/>
        </p:nvSpPr>
        <p:spPr>
          <a:xfrm>
            <a:off x="6599238" y="0"/>
            <a:ext cx="46037" cy="6858000"/>
          </a:xfrm>
          <a:prstGeom prst="rect">
            <a:avLst/>
          </a:prstGeom>
          <a:solidFill>
            <a:srgbClr val="FFFFFF"/>
          </a:solidFill>
          <a:ln>
            <a:noFill/>
          </a:ln>
          <a:effectLst>
            <a:outerShdw blurRad="31750" dist="10160" dir="10800000" algn="tl" rotWithShape="0">
              <a:srgbClr val="000000">
                <a:alpha val="60000"/>
              </a:srgbClr>
            </a:outerShdw>
          </a:effectLst>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2" name="Google Shape;82;p39"/>
          <p:cNvSpPr/>
          <p:nvPr/>
        </p:nvSpPr>
        <p:spPr>
          <a:xfrm>
            <a:off x="6648450" y="0"/>
            <a:ext cx="2514600" cy="68580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3" name="Google Shape;83;p39"/>
          <p:cNvSpPr txBox="1">
            <a:spLocks noGrp="1"/>
          </p:cNvSpPr>
          <p:nvPr>
            <p:ph type="title"/>
          </p:nvPr>
        </p:nvSpPr>
        <p:spPr>
          <a:xfrm rot="5400000">
            <a:off x="4808538" y="2247903"/>
            <a:ext cx="5851525" cy="1905000"/>
          </a:xfrm>
          <a:prstGeom prst="rect">
            <a:avLst/>
          </a:prstGeom>
          <a:noFill/>
          <a:ln>
            <a:noFill/>
          </a:ln>
        </p:spPr>
        <p:txBody>
          <a:bodyPr spcFirstLastPara="1" wrap="square" lIns="91425" tIns="45700" rIns="45700"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9"/>
          <p:cNvSpPr txBox="1">
            <a:spLocks noGrp="1"/>
          </p:cNvSpPr>
          <p:nvPr>
            <p:ph type="body" idx="1"/>
          </p:nvPr>
        </p:nvSpPr>
        <p:spPr>
          <a:xfrm rot="5400000">
            <a:off x="541338" y="220662"/>
            <a:ext cx="5851525" cy="6019800"/>
          </a:xfrm>
          <a:prstGeom prst="rect">
            <a:avLst/>
          </a:prstGeom>
          <a:noFill/>
          <a:ln>
            <a:noFill/>
          </a:ln>
        </p:spPr>
        <p:txBody>
          <a:bodyPr spcFirstLastPara="1" wrap="square" lIns="54850" tIns="91425" rIns="91425" bIns="45700" anchor="t" anchorCtr="0">
            <a:noAutofit/>
          </a:bodyPr>
          <a:lstStyle>
            <a:lvl1pPr marL="457200" lvl="0" indent="-320040" algn="l">
              <a:lnSpc>
                <a:spcPct val="100000"/>
              </a:lnSpc>
              <a:spcBef>
                <a:spcPts val="0"/>
              </a:spcBef>
              <a:spcAft>
                <a:spcPts val="0"/>
              </a:spcAft>
              <a:buSzPts val="1440"/>
              <a:buChar char="◼"/>
              <a:defRPr/>
            </a:lvl1pPr>
            <a:lvl2pPr marL="914400" lvl="1" indent="-331470" algn="l">
              <a:lnSpc>
                <a:spcPct val="100000"/>
              </a:lnSpc>
              <a:spcBef>
                <a:spcPts val="360"/>
              </a:spcBef>
              <a:spcAft>
                <a:spcPts val="0"/>
              </a:spcAft>
              <a:buSzPts val="162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85" name="Google Shape;85;p39"/>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39"/>
          <p:cNvSpPr txBox="1">
            <a:spLocks noGrp="1"/>
          </p:cNvSpPr>
          <p:nvPr>
            <p:ph type="ftr" idx="11"/>
          </p:nvPr>
        </p:nvSpPr>
        <p:spPr>
          <a:xfrm>
            <a:off x="2640013" y="6376988"/>
            <a:ext cx="3836987" cy="365125"/>
          </a:xfrm>
          <a:prstGeom prst="rect">
            <a:avLst/>
          </a:prstGeom>
          <a:noFill/>
          <a:ln>
            <a:noFill/>
          </a:ln>
        </p:spPr>
        <p:txBody>
          <a:bodyPr spcFirstLastPara="1" wrap="square" lIns="45700" tIns="45700" rIns="45700" bIns="0" anchor="b" anchorCtr="0">
            <a:noAutofit/>
          </a:bodyPr>
          <a:lstStyle>
            <a:lvl1pPr lvl="0" algn="l" rtl="1">
              <a:lnSpc>
                <a:spcPct val="100000"/>
              </a:lnSpc>
              <a:spcBef>
                <a:spcPts val="0"/>
              </a:spcBef>
              <a:spcAft>
                <a:spcPts val="0"/>
              </a:spcAft>
              <a:buSzPts val="1400"/>
              <a:buNone/>
              <a:defRPr/>
            </a:lvl1pPr>
            <a:lvl2pPr lvl="1" algn="l" rtl="1">
              <a:lnSpc>
                <a:spcPct val="100000"/>
              </a:lnSpc>
              <a:spcBef>
                <a:spcPts val="0"/>
              </a:spcBef>
              <a:spcAft>
                <a:spcPts val="0"/>
              </a:spcAft>
              <a:buSzPts val="1400"/>
              <a:buNone/>
              <a:defRPr/>
            </a:lvl2pPr>
            <a:lvl3pPr lvl="2" algn="l" rtl="1">
              <a:lnSpc>
                <a:spcPct val="100000"/>
              </a:lnSpc>
              <a:spcBef>
                <a:spcPts val="0"/>
              </a:spcBef>
              <a:spcAft>
                <a:spcPts val="0"/>
              </a:spcAft>
              <a:buSzPts val="1400"/>
              <a:buNone/>
              <a:defRPr/>
            </a:lvl3pPr>
            <a:lvl4pPr lvl="3" algn="l" rtl="1">
              <a:lnSpc>
                <a:spcPct val="100000"/>
              </a:lnSpc>
              <a:spcBef>
                <a:spcPts val="0"/>
              </a:spcBef>
              <a:spcAft>
                <a:spcPts val="0"/>
              </a:spcAft>
              <a:buSzPts val="1400"/>
              <a:buNone/>
              <a:defRPr/>
            </a:lvl4pPr>
            <a:lvl5pPr lvl="4" algn="l" rtl="1">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39"/>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6"/>
          <p:cNvSpPr/>
          <p:nvPr/>
        </p:nvSpPr>
        <p:spPr>
          <a:xfrm>
            <a:off x="0" y="1436688"/>
            <a:ext cx="9144000" cy="44450"/>
          </a:xfrm>
          <a:prstGeom prst="rect">
            <a:avLst/>
          </a:prstGeom>
          <a:solidFill>
            <a:srgbClr val="FFFFFF"/>
          </a:solidFill>
          <a:ln>
            <a:noFill/>
          </a:ln>
          <a:effectLst>
            <a:outerShdw blurRad="31750" dist="10160" dir="5400000" algn="tl" rotWithShape="0">
              <a:srgbClr val="000000">
                <a:alpha val="60000"/>
              </a:srgbClr>
            </a:outerShdw>
          </a:effectLst>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 name="Google Shape;11;p26"/>
          <p:cNvSpPr/>
          <p:nvPr/>
        </p:nvSpPr>
        <p:spPr>
          <a:xfrm>
            <a:off x="0" y="0"/>
            <a:ext cx="9144000" cy="1433513"/>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1">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 name="Google Shape;12;p26"/>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marR="0" lvl="0" algn="l" rtl="0">
              <a:lnSpc>
                <a:spcPct val="100000"/>
              </a:lnSpc>
              <a:spcBef>
                <a:spcPts val="0"/>
              </a:spcBef>
              <a:spcAft>
                <a:spcPts val="0"/>
              </a:spcAft>
              <a:buClr>
                <a:srgbClr val="000000"/>
              </a:buClr>
              <a:buSzPts val="1400"/>
              <a:buFont typeface="Arial"/>
              <a:buNone/>
              <a:defRPr sz="4500" b="1" i="0" u="none" strike="noStrike" cap="none">
                <a:solidFill>
                  <a:srgbClr val="FFC800"/>
                </a:solidFill>
                <a:latin typeface="Corbel"/>
                <a:ea typeface="Corbel"/>
                <a:cs typeface="Corbel"/>
                <a:sym typeface="Corbel"/>
              </a:defRPr>
            </a:lvl1pPr>
            <a:lvl2pPr marR="0" lvl="1" algn="l" rtl="0">
              <a:lnSpc>
                <a:spcPct val="100000"/>
              </a:lnSpc>
              <a:spcBef>
                <a:spcPts val="0"/>
              </a:spcBef>
              <a:spcAft>
                <a:spcPts val="0"/>
              </a:spcAft>
              <a:buClr>
                <a:srgbClr val="000000"/>
              </a:buClr>
              <a:buSzPts val="1400"/>
              <a:buFont typeface="Arial"/>
              <a:buNone/>
              <a:defRPr sz="4500" b="1" i="0" u="none" strike="noStrike" cap="none">
                <a:solidFill>
                  <a:srgbClr val="FFC800"/>
                </a:solidFill>
                <a:latin typeface="Corbel"/>
                <a:ea typeface="Corbel"/>
                <a:cs typeface="Corbel"/>
                <a:sym typeface="Corbel"/>
              </a:defRPr>
            </a:lvl2pPr>
            <a:lvl3pPr marR="0" lvl="2" algn="l" rtl="0">
              <a:lnSpc>
                <a:spcPct val="100000"/>
              </a:lnSpc>
              <a:spcBef>
                <a:spcPts val="0"/>
              </a:spcBef>
              <a:spcAft>
                <a:spcPts val="0"/>
              </a:spcAft>
              <a:buClr>
                <a:srgbClr val="000000"/>
              </a:buClr>
              <a:buSzPts val="1400"/>
              <a:buFont typeface="Arial"/>
              <a:buNone/>
              <a:defRPr sz="4500" b="1" i="0" u="none" strike="noStrike" cap="none">
                <a:solidFill>
                  <a:srgbClr val="FFC800"/>
                </a:solidFill>
                <a:latin typeface="Corbel"/>
                <a:ea typeface="Corbel"/>
                <a:cs typeface="Corbel"/>
                <a:sym typeface="Corbel"/>
              </a:defRPr>
            </a:lvl3pPr>
            <a:lvl4pPr marR="0" lvl="3" algn="l" rtl="0">
              <a:lnSpc>
                <a:spcPct val="100000"/>
              </a:lnSpc>
              <a:spcBef>
                <a:spcPts val="0"/>
              </a:spcBef>
              <a:spcAft>
                <a:spcPts val="0"/>
              </a:spcAft>
              <a:buClr>
                <a:srgbClr val="000000"/>
              </a:buClr>
              <a:buSzPts val="1400"/>
              <a:buFont typeface="Arial"/>
              <a:buNone/>
              <a:defRPr sz="4500" b="1" i="0" u="none" strike="noStrike" cap="none">
                <a:solidFill>
                  <a:srgbClr val="FFC800"/>
                </a:solidFill>
                <a:latin typeface="Corbel"/>
                <a:ea typeface="Corbel"/>
                <a:cs typeface="Corbel"/>
                <a:sym typeface="Corbel"/>
              </a:defRPr>
            </a:lvl4pPr>
            <a:lvl5pPr marR="0" lvl="4" algn="l" rtl="0">
              <a:lnSpc>
                <a:spcPct val="100000"/>
              </a:lnSpc>
              <a:spcBef>
                <a:spcPts val="0"/>
              </a:spcBef>
              <a:spcAft>
                <a:spcPts val="0"/>
              </a:spcAft>
              <a:buClr>
                <a:srgbClr val="000000"/>
              </a:buClr>
              <a:buSzPts val="1400"/>
              <a:buFont typeface="Arial"/>
              <a:buNone/>
              <a:defRPr sz="4500" b="1" i="0" u="none" strike="noStrike" cap="none">
                <a:solidFill>
                  <a:srgbClr val="FFC800"/>
                </a:solidFill>
                <a:latin typeface="Corbel"/>
                <a:ea typeface="Corbel"/>
                <a:cs typeface="Corbel"/>
                <a:sym typeface="Corbel"/>
              </a:defRPr>
            </a:lvl5pPr>
            <a:lvl6pPr marR="0" lvl="5" algn="l" rtl="0">
              <a:lnSpc>
                <a:spcPct val="100000"/>
              </a:lnSpc>
              <a:spcBef>
                <a:spcPts val="0"/>
              </a:spcBef>
              <a:spcAft>
                <a:spcPts val="0"/>
              </a:spcAft>
              <a:buClr>
                <a:srgbClr val="000000"/>
              </a:buClr>
              <a:buSzPts val="1400"/>
              <a:buFont typeface="Arial"/>
              <a:buNone/>
              <a:defRPr sz="4500" b="1" i="0" u="none" strike="noStrike" cap="none">
                <a:solidFill>
                  <a:srgbClr val="FFC800"/>
                </a:solidFill>
                <a:latin typeface="Corbel"/>
                <a:ea typeface="Corbel"/>
                <a:cs typeface="Corbel"/>
                <a:sym typeface="Corbel"/>
              </a:defRPr>
            </a:lvl6pPr>
            <a:lvl7pPr marR="0" lvl="6" algn="l" rtl="0">
              <a:lnSpc>
                <a:spcPct val="100000"/>
              </a:lnSpc>
              <a:spcBef>
                <a:spcPts val="0"/>
              </a:spcBef>
              <a:spcAft>
                <a:spcPts val="0"/>
              </a:spcAft>
              <a:buClr>
                <a:srgbClr val="000000"/>
              </a:buClr>
              <a:buSzPts val="1400"/>
              <a:buFont typeface="Arial"/>
              <a:buNone/>
              <a:defRPr sz="4500" b="1" i="0" u="none" strike="noStrike" cap="none">
                <a:solidFill>
                  <a:srgbClr val="FFC800"/>
                </a:solidFill>
                <a:latin typeface="Corbel"/>
                <a:ea typeface="Corbel"/>
                <a:cs typeface="Corbel"/>
                <a:sym typeface="Corbel"/>
              </a:defRPr>
            </a:lvl7pPr>
            <a:lvl8pPr marR="0" lvl="7" algn="l" rtl="0">
              <a:lnSpc>
                <a:spcPct val="100000"/>
              </a:lnSpc>
              <a:spcBef>
                <a:spcPts val="0"/>
              </a:spcBef>
              <a:spcAft>
                <a:spcPts val="0"/>
              </a:spcAft>
              <a:buClr>
                <a:srgbClr val="000000"/>
              </a:buClr>
              <a:buSzPts val="1400"/>
              <a:buFont typeface="Arial"/>
              <a:buNone/>
              <a:defRPr sz="4500" b="1" i="0" u="none" strike="noStrike" cap="none">
                <a:solidFill>
                  <a:srgbClr val="FFC800"/>
                </a:solidFill>
                <a:latin typeface="Corbel"/>
                <a:ea typeface="Corbel"/>
                <a:cs typeface="Corbel"/>
                <a:sym typeface="Corbel"/>
              </a:defRPr>
            </a:lvl8pPr>
            <a:lvl9pPr marR="0" lvl="8" algn="l" rtl="0">
              <a:lnSpc>
                <a:spcPct val="100000"/>
              </a:lnSpc>
              <a:spcBef>
                <a:spcPts val="0"/>
              </a:spcBef>
              <a:spcAft>
                <a:spcPts val="0"/>
              </a:spcAft>
              <a:buClr>
                <a:srgbClr val="000000"/>
              </a:buClr>
              <a:buSzPts val="1400"/>
              <a:buFont typeface="Arial"/>
              <a:buNone/>
              <a:defRPr sz="4500" b="1" i="0" u="none" strike="noStrike" cap="none">
                <a:solidFill>
                  <a:srgbClr val="FFC800"/>
                </a:solidFill>
                <a:latin typeface="Corbel"/>
                <a:ea typeface="Corbel"/>
                <a:cs typeface="Corbel"/>
                <a:sym typeface="Corbel"/>
              </a:defRPr>
            </a:lvl9pPr>
          </a:lstStyle>
          <a:p>
            <a:endParaRPr/>
          </a:p>
        </p:txBody>
      </p:sp>
      <p:sp>
        <p:nvSpPr>
          <p:cNvPr id="13" name="Google Shape;13;p26"/>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lvl1pPr marL="457200" marR="0" lvl="0" indent="-391160" algn="l" rtl="0">
              <a:lnSpc>
                <a:spcPct val="100000"/>
              </a:lnSpc>
              <a:spcBef>
                <a:spcPts val="0"/>
              </a:spcBef>
              <a:spcAft>
                <a:spcPts val="0"/>
              </a:spcAft>
              <a:buClr>
                <a:schemeClr val="accent1"/>
              </a:buClr>
              <a:buSzPts val="2560"/>
              <a:buFont typeface="Noto Sans Symbols"/>
              <a:buChar char="◼"/>
              <a:defRPr sz="3200" b="0" i="0" u="none" strike="noStrike" cap="none">
                <a:solidFill>
                  <a:schemeClr val="dk1"/>
                </a:solidFill>
                <a:latin typeface="Corbel"/>
                <a:ea typeface="Corbel"/>
                <a:cs typeface="Corbel"/>
                <a:sym typeface="Corbel"/>
              </a:defRPr>
            </a:lvl1pPr>
            <a:lvl2pPr marL="914400" marR="0" lvl="1" indent="-388620" algn="l" rtl="0">
              <a:lnSpc>
                <a:spcPct val="100000"/>
              </a:lnSpc>
              <a:spcBef>
                <a:spcPts val="560"/>
              </a:spcBef>
              <a:spcAft>
                <a:spcPts val="0"/>
              </a:spcAft>
              <a:buClr>
                <a:schemeClr val="accent2"/>
              </a:buClr>
              <a:buSzPts val="2520"/>
              <a:buFont typeface="Noto Sans Symbols"/>
              <a:buChar char="▪"/>
              <a:defRPr sz="2800" b="0" i="0" u="none" strike="noStrike" cap="none">
                <a:solidFill>
                  <a:schemeClr val="dk1"/>
                </a:solidFill>
                <a:latin typeface="Corbel"/>
                <a:ea typeface="Corbel"/>
                <a:cs typeface="Corbel"/>
                <a:sym typeface="Corbel"/>
              </a:defRPr>
            </a:lvl2pPr>
            <a:lvl3pPr marL="1371600" marR="0" lvl="2" indent="-381000" algn="l" rtl="0">
              <a:lnSpc>
                <a:spcPct val="100000"/>
              </a:lnSpc>
              <a:spcBef>
                <a:spcPts val="480"/>
              </a:spcBef>
              <a:spcAft>
                <a:spcPts val="0"/>
              </a:spcAft>
              <a:buClr>
                <a:srgbClr val="E66C7D"/>
              </a:buClr>
              <a:buSzPts val="2400"/>
              <a:buFont typeface="Arial"/>
              <a:buChar char="▪"/>
              <a:defRPr sz="2400" b="0" i="0" u="none" strike="noStrike" cap="none">
                <a:solidFill>
                  <a:schemeClr val="dk1"/>
                </a:solidFill>
                <a:latin typeface="Corbel"/>
                <a:ea typeface="Corbel"/>
                <a:cs typeface="Corbel"/>
                <a:sym typeface="Corbel"/>
              </a:defRPr>
            </a:lvl3pPr>
            <a:lvl4pPr marL="1828800" marR="0" lvl="3" indent="-355600" algn="l" rtl="0">
              <a:lnSpc>
                <a:spcPct val="100000"/>
              </a:lnSpc>
              <a:spcBef>
                <a:spcPts val="400"/>
              </a:spcBef>
              <a:spcAft>
                <a:spcPts val="0"/>
              </a:spcAft>
              <a:buClr>
                <a:srgbClr val="6BB76D"/>
              </a:buClr>
              <a:buSzPts val="2000"/>
              <a:buFont typeface="Arial"/>
              <a:buChar char="▪"/>
              <a:defRPr sz="2000" b="0" i="0" u="none" strike="noStrike" cap="none">
                <a:solidFill>
                  <a:schemeClr val="dk1"/>
                </a:solidFill>
                <a:latin typeface="Corbel"/>
                <a:ea typeface="Corbel"/>
                <a:cs typeface="Corbel"/>
                <a:sym typeface="Corbel"/>
              </a:defRPr>
            </a:lvl4pPr>
            <a:lvl5pPr marL="2286000" marR="0" lvl="4" indent="-355600" algn="l" rtl="0">
              <a:lnSpc>
                <a:spcPct val="100000"/>
              </a:lnSpc>
              <a:spcBef>
                <a:spcPts val="400"/>
              </a:spcBef>
              <a:spcAft>
                <a:spcPts val="0"/>
              </a:spcAft>
              <a:buClr>
                <a:srgbClr val="E88651"/>
              </a:buClr>
              <a:buSzPts val="2000"/>
              <a:buFont typeface="Noto Sans Symbols"/>
              <a:buChar char="🢝"/>
              <a:defRPr sz="2000" b="0" i="0" u="none" strike="noStrike" cap="none">
                <a:solidFill>
                  <a:schemeClr val="dk1"/>
                </a:solidFill>
                <a:latin typeface="Corbel"/>
                <a:ea typeface="Corbel"/>
                <a:cs typeface="Corbel"/>
                <a:sym typeface="Corbel"/>
              </a:defRPr>
            </a:lvl5pPr>
            <a:lvl6pPr marL="2743200" marR="0" lvl="5"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Corbel"/>
                <a:ea typeface="Corbel"/>
                <a:cs typeface="Corbel"/>
                <a:sym typeface="Corbel"/>
              </a:defRPr>
            </a:lvl6pPr>
            <a:lvl7pPr marL="3200400" marR="0" lvl="6"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chemeClr val="dk1"/>
                </a:solidFill>
                <a:latin typeface="Corbel"/>
                <a:ea typeface="Corbel"/>
                <a:cs typeface="Corbel"/>
                <a:sym typeface="Corbel"/>
              </a:defRPr>
            </a:lvl7pPr>
            <a:lvl8pPr marL="3657600" marR="0" lvl="7" indent="-342900" algn="l" rtl="0">
              <a:lnSpc>
                <a:spcPct val="100000"/>
              </a:lnSpc>
              <a:spcBef>
                <a:spcPts val="360"/>
              </a:spcBef>
              <a:spcAft>
                <a:spcPts val="0"/>
              </a:spcAft>
              <a:buClr>
                <a:schemeClr val="accent2"/>
              </a:buClr>
              <a:buSzPts val="1800"/>
              <a:buFont typeface="Noto Sans Symbols"/>
              <a:buChar char="●"/>
              <a:defRPr sz="1800" b="0" i="0" u="none" strike="noStrike" cap="none">
                <a:solidFill>
                  <a:schemeClr val="dk1"/>
                </a:solidFill>
                <a:latin typeface="Corbel"/>
                <a:ea typeface="Corbel"/>
                <a:cs typeface="Corbel"/>
                <a:sym typeface="Corbel"/>
              </a:defRPr>
            </a:lvl8pPr>
            <a:lvl9pPr marL="4114800" marR="0" lvl="8" indent="-342900" algn="l" rtl="0">
              <a:lnSpc>
                <a:spcPct val="100000"/>
              </a:lnSpc>
              <a:spcBef>
                <a:spcPts val="360"/>
              </a:spcBef>
              <a:spcAft>
                <a:spcPts val="0"/>
              </a:spcAft>
              <a:buClr>
                <a:schemeClr val="accent3"/>
              </a:buClr>
              <a:buSzPts val="1800"/>
              <a:buFont typeface="Noto Sans Symbols"/>
              <a:buChar char="●"/>
              <a:defRPr sz="1800" b="0" i="0" u="none" strike="noStrike" cap="none">
                <a:solidFill>
                  <a:schemeClr val="dk1"/>
                </a:solidFill>
                <a:latin typeface="Corbel"/>
                <a:ea typeface="Corbel"/>
                <a:cs typeface="Corbel"/>
                <a:sym typeface="Corbel"/>
              </a:defRPr>
            </a:lvl9pPr>
          </a:lstStyle>
          <a:p>
            <a:endParaRPr/>
          </a:p>
        </p:txBody>
      </p:sp>
      <p:sp>
        <p:nvSpPr>
          <p:cNvPr id="14" name="Google Shape;14;p26"/>
          <p:cNvSpPr txBox="1">
            <a:spLocks noGrp="1"/>
          </p:cNvSpPr>
          <p:nvPr>
            <p:ph type="dt" idx="10"/>
          </p:nvPr>
        </p:nvSpPr>
        <p:spPr>
          <a:xfrm>
            <a:off x="457200" y="6477000"/>
            <a:ext cx="2133600" cy="274638"/>
          </a:xfrm>
          <a:prstGeom prst="rect">
            <a:avLst/>
          </a:prstGeom>
          <a:noFill/>
          <a:ln>
            <a:noFill/>
          </a:ln>
        </p:spPr>
        <p:txBody>
          <a:bodyPr spcFirstLastPara="1" wrap="square" lIns="109725" tIns="45700" rIns="45700" bIns="0" anchor="b" anchorCtr="0">
            <a:noAutofit/>
          </a:bodyPr>
          <a:lstStyle>
            <a:lvl1pPr marR="0" lvl="0" algn="l" rtl="1">
              <a:lnSpc>
                <a:spcPct val="100000"/>
              </a:lnSpc>
              <a:spcBef>
                <a:spcPts val="0"/>
              </a:spcBef>
              <a:spcAft>
                <a:spcPts val="0"/>
              </a:spcAft>
              <a:buClr>
                <a:srgbClr val="000000"/>
              </a:buClr>
              <a:buSzPts val="1400"/>
              <a:buFont typeface="Arial"/>
              <a:buNone/>
              <a:defRPr sz="1200" b="0" i="0" u="none" strike="noStrike" cap="none">
                <a:solidFill>
                  <a:srgbClr val="414141"/>
                </a:solidFill>
                <a:latin typeface="Arial"/>
                <a:ea typeface="Arial"/>
                <a:cs typeface="Arial"/>
                <a:sym typeface="Arial"/>
              </a:defRPr>
            </a:lvl1pPr>
            <a:lvl2pPr marR="0" lvl="1"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5" name="Google Shape;15;p26"/>
          <p:cNvSpPr txBox="1">
            <a:spLocks noGrp="1"/>
          </p:cNvSpPr>
          <p:nvPr>
            <p:ph type="ftr" idx="11"/>
          </p:nvPr>
        </p:nvSpPr>
        <p:spPr>
          <a:xfrm>
            <a:off x="2640013" y="6477000"/>
            <a:ext cx="5508625" cy="274638"/>
          </a:xfrm>
          <a:prstGeom prst="rect">
            <a:avLst/>
          </a:prstGeom>
          <a:noFill/>
          <a:ln>
            <a:noFill/>
          </a:ln>
        </p:spPr>
        <p:txBody>
          <a:bodyPr spcFirstLastPara="1" wrap="square" lIns="45700" tIns="45700" rIns="45700" bIns="0" anchor="b" anchorCtr="0">
            <a:noAutofit/>
          </a:bodyPr>
          <a:lstStyle>
            <a:lvl1pPr marR="0" lvl="0" algn="l" rtl="1">
              <a:lnSpc>
                <a:spcPct val="100000"/>
              </a:lnSpc>
              <a:spcBef>
                <a:spcPts val="0"/>
              </a:spcBef>
              <a:spcAft>
                <a:spcPts val="0"/>
              </a:spcAft>
              <a:buClr>
                <a:srgbClr val="000000"/>
              </a:buClr>
              <a:buSzPts val="1400"/>
              <a:buFont typeface="Arial"/>
              <a:buNone/>
              <a:defRPr sz="1200" b="0" i="0" u="none" strike="noStrike" cap="none">
                <a:solidFill>
                  <a:srgbClr val="414141"/>
                </a:solidFill>
                <a:latin typeface="Arial"/>
                <a:ea typeface="Arial"/>
                <a:cs typeface="Arial"/>
                <a:sym typeface="Arial"/>
              </a:defRPr>
            </a:lvl1pPr>
            <a:lvl2pPr marR="0" lvl="1"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6" name="Google Shape;16;p26"/>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lvl1pPr marL="0" marR="0" lvl="0"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1pPr>
            <a:lvl2pPr marL="0" marR="0" lvl="1"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2pPr>
            <a:lvl3pPr marL="0" marR="0" lvl="2"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3pPr>
            <a:lvl4pPr marL="0" marR="0" lvl="3"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4pPr>
            <a:lvl5pPr marL="0" marR="0" lvl="4"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5pPr>
            <a:lvl6pPr marL="0" marR="0" lvl="5"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6pPr>
            <a:lvl7pPr marL="0" marR="0" lvl="6"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7pPr>
            <a:lvl8pPr marL="0" marR="0" lvl="7"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8pPr>
            <a:lvl9pPr marL="0" marR="0" lvl="8" indent="0" algn="r" rtl="1">
              <a:lnSpc>
                <a:spcPct val="100000"/>
              </a:lnSpc>
              <a:spcBef>
                <a:spcPts val="0"/>
              </a:spcBef>
              <a:spcAft>
                <a:spcPts val="0"/>
              </a:spcAft>
              <a:buClr>
                <a:srgbClr val="000000"/>
              </a:buClr>
              <a:buSzPts val="1200"/>
              <a:buFont typeface="Arial"/>
              <a:buNone/>
              <a:defRPr sz="1200" b="0" i="0" u="none" strike="noStrike" cap="none">
                <a:solidFill>
                  <a:srgbClr val="414141"/>
                </a:solidFill>
                <a:latin typeface="Arial"/>
                <a:ea typeface="Arial"/>
                <a:cs typeface="Arial"/>
                <a:sym typeface="Arial"/>
              </a:defRPr>
            </a:lvl9pPr>
          </a:lstStyle>
          <a:p>
            <a:pPr marL="0" lvl="0" indent="0" algn="r" rtl="1">
              <a:spcBef>
                <a:spcPts val="0"/>
              </a:spcBef>
              <a:spcAft>
                <a:spcPts val="0"/>
              </a:spcAft>
              <a:buNone/>
            </a:pPr>
            <a:fld id="{00000000-1234-1234-1234-123412341234}" type="slidenum">
              <a:rPr lang="iw-IL"/>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jpg"/><Relationship Id="rId3" Type="http://schemas.openxmlformats.org/officeDocument/2006/relationships/image" Target="../media/image1.jpg"/><Relationship Id="rId7" Type="http://schemas.openxmlformats.org/officeDocument/2006/relationships/image" Target="../media/image5.jp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11" Type="http://schemas.openxmlformats.org/officeDocument/2006/relationships/image" Target="../media/image9.png"/><Relationship Id="rId5" Type="http://schemas.openxmlformats.org/officeDocument/2006/relationships/image" Target="../media/image3.jpg"/><Relationship Id="rId10" Type="http://schemas.openxmlformats.org/officeDocument/2006/relationships/image" Target="../media/image8.jpg"/><Relationship Id="rId4" Type="http://schemas.openxmlformats.org/officeDocument/2006/relationships/image" Target="../media/image2.jp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hyperlink" Target="https://www.youtube.com/watch?v=5tJPXYA0Nec"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34.jp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hyperlink" Target="https://moodle.sapir.ac.il/2026/" TargetMode="External"/><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93" name="Google Shape;93;p40" title="Light Invariant Video Imaging (LIVI)  Demo"/>
          <p:cNvPicPr preferRelativeResize="0"/>
          <p:nvPr/>
        </p:nvPicPr>
        <p:blipFill rotWithShape="1">
          <a:blip r:embed="rId3">
            <a:alphaModFix/>
          </a:blip>
          <a:srcRect/>
          <a:stretch/>
        </p:blipFill>
        <p:spPr>
          <a:xfrm>
            <a:off x="-1656" y="-13094"/>
            <a:ext cx="3075782" cy="1737821"/>
          </a:xfrm>
          <a:prstGeom prst="rect">
            <a:avLst/>
          </a:prstGeom>
          <a:noFill/>
          <a:ln>
            <a:noFill/>
          </a:ln>
        </p:spPr>
      </p:pic>
      <p:pic>
        <p:nvPicPr>
          <p:cNvPr id="94" name="Google Shape;94;p40" title="Laboratory of Autonomous Robotics (LAR) at Channel 1 IBA Weekend Diary"/>
          <p:cNvPicPr preferRelativeResize="0"/>
          <p:nvPr/>
        </p:nvPicPr>
        <p:blipFill rotWithShape="1">
          <a:blip r:embed="rId4">
            <a:alphaModFix/>
          </a:blip>
          <a:srcRect/>
          <a:stretch/>
        </p:blipFill>
        <p:spPr>
          <a:xfrm>
            <a:off x="-1656" y="4772885"/>
            <a:ext cx="3611124" cy="2040290"/>
          </a:xfrm>
          <a:prstGeom prst="rect">
            <a:avLst/>
          </a:prstGeom>
          <a:noFill/>
          <a:ln>
            <a:noFill/>
          </a:ln>
        </p:spPr>
      </p:pic>
      <p:pic>
        <p:nvPicPr>
          <p:cNvPr id="95" name="Google Shape;95;p40" title="QuadSight Vision System Technological Capabilities"/>
          <p:cNvPicPr preferRelativeResize="0"/>
          <p:nvPr/>
        </p:nvPicPr>
        <p:blipFill rotWithShape="1">
          <a:blip r:embed="rId5">
            <a:alphaModFix/>
          </a:blip>
          <a:srcRect/>
          <a:stretch/>
        </p:blipFill>
        <p:spPr>
          <a:xfrm>
            <a:off x="5893554" y="18419"/>
            <a:ext cx="3220949" cy="1819840"/>
          </a:xfrm>
          <a:prstGeom prst="rect">
            <a:avLst/>
          </a:prstGeom>
          <a:noFill/>
          <a:ln>
            <a:noFill/>
          </a:ln>
        </p:spPr>
      </p:pic>
      <p:pic>
        <p:nvPicPr>
          <p:cNvPr id="96" name="Google Shape;96;p40" title="VLSI Center BGU2"/>
          <p:cNvPicPr preferRelativeResize="0"/>
          <p:nvPr/>
        </p:nvPicPr>
        <p:blipFill rotWithShape="1">
          <a:blip r:embed="rId6">
            <a:alphaModFix/>
          </a:blip>
          <a:srcRect/>
          <a:stretch/>
        </p:blipFill>
        <p:spPr>
          <a:xfrm>
            <a:off x="-1656" y="1934168"/>
            <a:ext cx="2720387" cy="2040290"/>
          </a:xfrm>
          <a:prstGeom prst="rect">
            <a:avLst/>
          </a:prstGeom>
          <a:noFill/>
          <a:ln>
            <a:noFill/>
          </a:ln>
        </p:spPr>
      </p:pic>
      <p:pic>
        <p:nvPicPr>
          <p:cNvPr id="97" name="Google Shape;97;p40" title="Perceptual Computing: Molecual"/>
          <p:cNvPicPr preferRelativeResize="0"/>
          <p:nvPr/>
        </p:nvPicPr>
        <p:blipFill rotWithShape="1">
          <a:blip r:embed="rId7">
            <a:alphaModFix/>
          </a:blip>
          <a:srcRect/>
          <a:stretch/>
        </p:blipFill>
        <p:spPr>
          <a:xfrm>
            <a:off x="5656827" y="2299788"/>
            <a:ext cx="3573640" cy="2019111"/>
          </a:xfrm>
          <a:prstGeom prst="rect">
            <a:avLst/>
          </a:prstGeom>
          <a:noFill/>
          <a:ln>
            <a:noFill/>
          </a:ln>
        </p:spPr>
      </p:pic>
      <p:pic>
        <p:nvPicPr>
          <p:cNvPr id="98" name="Google Shape;98;p40" descr="תמונה שמכילה לוגו, גופן, גרפיקה, עיגול&#10;&#10;התיאור נוצר באופן אוטומטי"/>
          <p:cNvPicPr preferRelativeResize="0"/>
          <p:nvPr/>
        </p:nvPicPr>
        <p:blipFill rotWithShape="1">
          <a:blip r:embed="rId8">
            <a:alphaModFix/>
          </a:blip>
          <a:srcRect/>
          <a:stretch/>
        </p:blipFill>
        <p:spPr>
          <a:xfrm>
            <a:off x="6992060" y="3681257"/>
            <a:ext cx="903174" cy="599059"/>
          </a:xfrm>
          <a:prstGeom prst="rect">
            <a:avLst/>
          </a:prstGeom>
          <a:noFill/>
          <a:ln>
            <a:noFill/>
          </a:ln>
        </p:spPr>
      </p:pic>
      <p:sp>
        <p:nvSpPr>
          <p:cNvPr id="99" name="Google Shape;99;p40"/>
          <p:cNvSpPr txBox="1"/>
          <p:nvPr/>
        </p:nvSpPr>
        <p:spPr>
          <a:xfrm>
            <a:off x="3074126" y="-152248"/>
            <a:ext cx="3190323"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iw-IL" sz="4200" b="0" i="0" u="none" strike="noStrike" cap="none">
                <a:solidFill>
                  <a:srgbClr val="000000"/>
                </a:solidFill>
                <a:latin typeface="Arial"/>
                <a:ea typeface="Arial"/>
                <a:cs typeface="Arial"/>
                <a:sym typeface="Arial"/>
              </a:rPr>
              <a:t>10~  YEARS INDUSTRY</a:t>
            </a:r>
            <a:endParaRPr/>
          </a:p>
        </p:txBody>
      </p:sp>
      <p:sp>
        <p:nvSpPr>
          <p:cNvPr id="100" name="Google Shape;100;p40"/>
          <p:cNvSpPr txBox="1"/>
          <p:nvPr/>
        </p:nvSpPr>
        <p:spPr>
          <a:xfrm>
            <a:off x="3588186" y="4280316"/>
            <a:ext cx="3116893"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iw-IL" sz="4200" b="0" i="0" u="none" strike="noStrike" cap="none">
                <a:solidFill>
                  <a:srgbClr val="000000"/>
                </a:solidFill>
                <a:latin typeface="Arial"/>
                <a:ea typeface="Arial"/>
                <a:cs typeface="Arial"/>
                <a:sym typeface="Arial"/>
              </a:rPr>
              <a:t>10~  YEARS ACADEMIA</a:t>
            </a:r>
            <a:endParaRPr/>
          </a:p>
        </p:txBody>
      </p:sp>
      <p:sp>
        <p:nvSpPr>
          <p:cNvPr id="101" name="Google Shape;101;p40"/>
          <p:cNvSpPr/>
          <p:nvPr/>
        </p:nvSpPr>
        <p:spPr>
          <a:xfrm>
            <a:off x="3503683" y="1702998"/>
            <a:ext cx="2530257" cy="488866"/>
          </a:xfrm>
          <a:prstGeom prst="rightArrow">
            <a:avLst>
              <a:gd name="adj1" fmla="val 50000"/>
              <a:gd name="adj2" fmla="val 50000"/>
            </a:avLst>
          </a:prstGeom>
          <a:solidFill>
            <a:schemeClr val="accent1"/>
          </a:solidFill>
          <a:ln w="25400" cap="flat" cmpd="sng">
            <a:solidFill>
              <a:srgbClr val="6549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2" name="Google Shape;102;p40"/>
          <p:cNvSpPr/>
          <p:nvPr/>
        </p:nvSpPr>
        <p:spPr>
          <a:xfrm rot="10800000">
            <a:off x="3609468" y="6272194"/>
            <a:ext cx="2530257" cy="488866"/>
          </a:xfrm>
          <a:prstGeom prst="rightArrow">
            <a:avLst>
              <a:gd name="adj1" fmla="val 50000"/>
              <a:gd name="adj2" fmla="val 50000"/>
            </a:avLst>
          </a:prstGeom>
          <a:solidFill>
            <a:schemeClr val="accent1"/>
          </a:solidFill>
          <a:ln w="25400" cap="flat" cmpd="sng">
            <a:solidFill>
              <a:srgbClr val="6549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03" name="Google Shape;103;p40" descr="תמונה שמכילה לבוש, איש, אדם, בתוך מבנה&#10;&#10;התיאור נוצר באופן אוטומטי"/>
          <p:cNvPicPr preferRelativeResize="0"/>
          <p:nvPr/>
        </p:nvPicPr>
        <p:blipFill rotWithShape="1">
          <a:blip r:embed="rId9">
            <a:alphaModFix/>
          </a:blip>
          <a:srcRect l="60924" t="9540" r="7004"/>
          <a:stretch/>
        </p:blipFill>
        <p:spPr>
          <a:xfrm>
            <a:off x="3730104" y="2078719"/>
            <a:ext cx="1390316" cy="2211201"/>
          </a:xfrm>
          <a:prstGeom prst="rect">
            <a:avLst/>
          </a:prstGeom>
          <a:noFill/>
          <a:ln>
            <a:noFill/>
          </a:ln>
        </p:spPr>
      </p:pic>
      <p:pic>
        <p:nvPicPr>
          <p:cNvPr id="104" name="Google Shape;104;p40" title="Elbit System's HattoriX -  passive/active target acquisition systems  #military #defence"/>
          <p:cNvPicPr preferRelativeResize="0"/>
          <p:nvPr/>
        </p:nvPicPr>
        <p:blipFill rotWithShape="1">
          <a:blip r:embed="rId10">
            <a:alphaModFix/>
          </a:blip>
          <a:srcRect/>
          <a:stretch/>
        </p:blipFill>
        <p:spPr>
          <a:xfrm>
            <a:off x="7300324" y="4384488"/>
            <a:ext cx="1324767" cy="2344529"/>
          </a:xfrm>
          <a:prstGeom prst="rect">
            <a:avLst/>
          </a:prstGeom>
          <a:noFill/>
          <a:ln>
            <a:noFill/>
          </a:ln>
        </p:spPr>
      </p:pic>
      <p:pic>
        <p:nvPicPr>
          <p:cNvPr id="105" name="Google Shape;105;p40" descr="תמונה שמכילה גופן, גרפיקה, לוגו, עיצוב גרפי&#10;&#10;התיאור נוצר באופן אוטומטי"/>
          <p:cNvPicPr preferRelativeResize="0"/>
          <p:nvPr/>
        </p:nvPicPr>
        <p:blipFill rotWithShape="1">
          <a:blip r:embed="rId11">
            <a:alphaModFix/>
          </a:blip>
          <a:srcRect/>
          <a:stretch/>
        </p:blipFill>
        <p:spPr>
          <a:xfrm>
            <a:off x="6077886" y="1577434"/>
            <a:ext cx="2893826" cy="528151"/>
          </a:xfrm>
          <a:prstGeom prst="rect">
            <a:avLst/>
          </a:prstGeom>
          <a:noFill/>
          <a:ln>
            <a:noFill/>
          </a:ln>
        </p:spPr>
      </p:pic>
      <p:pic>
        <p:nvPicPr>
          <p:cNvPr id="106" name="Google Shape;106;p40" descr="תמונה שמכילה גופן, לוגו, כחול חשמלי, לבן&#10;&#10;התיאור נוצר באופן אוטומטי"/>
          <p:cNvPicPr preferRelativeResize="0"/>
          <p:nvPr/>
        </p:nvPicPr>
        <p:blipFill rotWithShape="1">
          <a:blip r:embed="rId12">
            <a:alphaModFix/>
          </a:blip>
          <a:srcRect t="29274" b="33069"/>
          <a:stretch/>
        </p:blipFill>
        <p:spPr>
          <a:xfrm>
            <a:off x="7338571" y="6213650"/>
            <a:ext cx="1248272" cy="470055"/>
          </a:xfrm>
          <a:prstGeom prst="rect">
            <a:avLst/>
          </a:prstGeom>
          <a:noFill/>
          <a:ln>
            <a:noFill/>
          </a:ln>
        </p:spPr>
      </p:pic>
      <p:pic>
        <p:nvPicPr>
          <p:cNvPr id="107" name="Google Shape;107;p40" descr="תמונה שמכילה לוגו, סמל, סימן, סימן מסחרי&#10;&#10;התיאור נוצר באופן אוטומטי"/>
          <p:cNvPicPr preferRelativeResize="0"/>
          <p:nvPr/>
        </p:nvPicPr>
        <p:blipFill rotWithShape="1">
          <a:blip r:embed="rId13">
            <a:alphaModFix/>
          </a:blip>
          <a:srcRect l="13925" t="8731" r="15102" b="13845"/>
          <a:stretch/>
        </p:blipFill>
        <p:spPr>
          <a:xfrm>
            <a:off x="2718731" y="2412481"/>
            <a:ext cx="931817" cy="101651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41"/>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a:t>
            </a:fld>
            <a:endParaRPr/>
          </a:p>
        </p:txBody>
      </p:sp>
      <p:pic>
        <p:nvPicPr>
          <p:cNvPr id="113" name="Google Shape;113;p41"/>
          <p:cNvPicPr preferRelativeResize="0"/>
          <p:nvPr/>
        </p:nvPicPr>
        <p:blipFill rotWithShape="1">
          <a:blip r:embed="rId3">
            <a:alphaModFix/>
          </a:blip>
          <a:srcRect/>
          <a:stretch/>
        </p:blipFill>
        <p:spPr>
          <a:xfrm>
            <a:off x="-9144" y="738378"/>
            <a:ext cx="9144000" cy="5143500"/>
          </a:xfrm>
          <a:prstGeom prst="rect">
            <a:avLst/>
          </a:prstGeom>
          <a:noFill/>
          <a:ln>
            <a:noFill/>
          </a:ln>
        </p:spPr>
      </p:pic>
      <p:sp>
        <p:nvSpPr>
          <p:cNvPr id="114" name="Google Shape;114;p41"/>
          <p:cNvSpPr/>
          <p:nvPr/>
        </p:nvSpPr>
        <p:spPr>
          <a:xfrm>
            <a:off x="3255265" y="2336398"/>
            <a:ext cx="3256410" cy="1754326"/>
          </a:xfrm>
          <a:prstGeom prst="rect">
            <a:avLst/>
          </a:prstGeom>
          <a:solidFill>
            <a:schemeClr val="dk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iw-IL" sz="5400" b="1" i="0" u="none" strike="noStrike" cap="none">
                <a:solidFill>
                  <a:srgbClr val="FFFFFF"/>
                </a:solidFill>
                <a:latin typeface="Arial"/>
                <a:ea typeface="Arial"/>
                <a:cs typeface="Arial"/>
                <a:sym typeface="Arial"/>
              </a:rPr>
              <a:t>מערכות ספרתיות</a:t>
            </a:r>
            <a:endParaRPr/>
          </a:p>
        </p:txBody>
      </p:sp>
      <p:sp>
        <p:nvSpPr>
          <p:cNvPr id="115" name="Google Shape;115;p41"/>
          <p:cNvSpPr/>
          <p:nvPr/>
        </p:nvSpPr>
        <p:spPr>
          <a:xfrm>
            <a:off x="3255265" y="2336398"/>
            <a:ext cx="3256410" cy="175432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iw-IL" sz="5400" b="1" i="0" u="none" strike="noStrike" cap="none">
                <a:solidFill>
                  <a:srgbClr val="FFFFFF"/>
                </a:solidFill>
                <a:latin typeface="Arial"/>
                <a:ea typeface="Arial"/>
                <a:cs typeface="Arial"/>
                <a:sym typeface="Arial"/>
              </a:rPr>
              <a:t>מערכות ספרתיות</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5000"/>
                                        <p:tgtEl>
                                          <p:spTgt spid="113"/>
                                        </p:tgtEl>
                                      </p:cBhvr>
                                    </p:animEffect>
                                  </p:childTnLst>
                                </p:cTn>
                              </p:par>
                              <p:par>
                                <p:cTn id="8" presetID="1" presetClass="entr" presetSubtype="0" fill="hold" nodeType="withEffect">
                                  <p:stCondLst>
                                    <p:cond delay="34000"/>
                                  </p:stCondLst>
                                  <p:childTnLst>
                                    <p:set>
                                      <p:cBhvr>
                                        <p:cTn id="9" dur="1" fill="hold">
                                          <p:stCondLst>
                                            <p:cond delay="0"/>
                                          </p:stCondLst>
                                        </p:cTn>
                                        <p:tgtEl>
                                          <p:spTgt spid="114"/>
                                        </p:tgtEl>
                                        <p:attrNameLst>
                                          <p:attrName>style.visibility</p:attrName>
                                        </p:attrNameLst>
                                      </p:cBhvr>
                                      <p:to>
                                        <p:strVal val="visible"/>
                                      </p:to>
                                    </p:set>
                                  </p:childTnLst>
                                </p:cTn>
                              </p:par>
                            </p:childTnLst>
                          </p:cTn>
                        </p:par>
                        <p:par>
                          <p:cTn id="10" fill="hold">
                            <p:stCondLst>
                              <p:cond delay="5000"/>
                            </p:stCondLst>
                            <p:childTnLst>
                              <p:par>
                                <p:cTn id="11" presetID="1" presetClass="exit" presetSubtype="0" fill="hold" nodeType="afterEffect">
                                  <p:stCondLst>
                                    <p:cond delay="37000"/>
                                  </p:stCondLst>
                                  <p:childTnLst>
                                    <p:set>
                                      <p:cBhvr>
                                        <p:cTn id="12" dur="1" fill="hold">
                                          <p:stCondLst>
                                            <p:cond delay="1"/>
                                          </p:stCondLst>
                                        </p:cTn>
                                        <p:tgtEl>
                                          <p:spTgt spid="114"/>
                                        </p:tgtEl>
                                        <p:attrNameLst>
                                          <p:attrName>style.visibility</p:attrName>
                                        </p:attrNameLst>
                                      </p:cBhvr>
                                      <p:to>
                                        <p:strVal val="hidden"/>
                                      </p:to>
                                    </p:set>
                                  </p:childTnLst>
                                </p:cTn>
                              </p:par>
                              <p:par>
                                <p:cTn id="13" presetID="1" presetClass="entr" presetSubtype="0" fill="hold" nodeType="withEffect">
                                  <p:stCondLst>
                                    <p:cond delay="37000"/>
                                  </p:stCondLst>
                                  <p:childTnLst>
                                    <p:set>
                                      <p:cBhvr>
                                        <p:cTn id="14" dur="1" fill="hold">
                                          <p:stCondLst>
                                            <p:cond delay="0"/>
                                          </p:stCondLst>
                                        </p:cTn>
                                        <p:tgtEl>
                                          <p:spTgt spid="115"/>
                                        </p:tgtEl>
                                        <p:attrNameLst>
                                          <p:attrName>style.visibility</p:attrName>
                                        </p:attrNameLst>
                                      </p:cBhvr>
                                      <p:to>
                                        <p:strVal val="visible"/>
                                      </p:to>
                                    </p:set>
                                  </p:childTnLst>
                                </p:cTn>
                              </p:par>
                              <p:par>
                                <p:cTn id="15" presetID="8" presetClass="emph" presetSubtype="0" fill="hold" nodeType="withEffect">
                                  <p:stCondLst>
                                    <p:cond delay="37000"/>
                                  </p:stCondLst>
                                  <p:childTnLst>
                                    <p:animRot by="-21600000">
                                      <p:cBhvr>
                                        <p:cTn id="16" dur="5000" fill="hold"/>
                                        <p:tgtEl>
                                          <p:spTgt spid="115"/>
                                        </p:tgtEl>
                                        <p:attrNameLst>
                                          <p:attrName>r</p:attrName>
                                        </p:attrNameLst>
                                      </p:cBhvr>
                                    </p:animRot>
                                  </p:childTnLst>
                                </p:cTn>
                              </p:par>
                              <p:par>
                                <p:cTn id="17" presetID="1" presetClass="exit" presetSubtype="0" fill="hold" nodeType="withEffect">
                                  <p:stCondLst>
                                    <p:cond delay="42000"/>
                                  </p:stCondLst>
                                  <p:childTnLst>
                                    <p:set>
                                      <p:cBhvr>
                                        <p:cTn id="18" dur="1" fill="hold">
                                          <p:stCondLst>
                                            <p:cond delay="1"/>
                                          </p:stCondLst>
                                        </p:cTn>
                                        <p:tgtEl>
                                          <p:spTgt spid="1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
          <p:cNvSpPr txBox="1">
            <a:spLocks noGrp="1"/>
          </p:cNvSpPr>
          <p:nvPr>
            <p:ph type="ctrTitle"/>
          </p:nvPr>
        </p:nvSpPr>
        <p:spPr>
          <a:xfrm>
            <a:off x="685800" y="3355848"/>
            <a:ext cx="8077200" cy="1673352"/>
          </a:xfrm>
          <a:prstGeom prst="rect">
            <a:avLst/>
          </a:prstGeom>
          <a:noFill/>
          <a:ln>
            <a:noFill/>
          </a:ln>
        </p:spPr>
        <p:txBody>
          <a:bodyPr spcFirstLastPara="1" wrap="square" lIns="91425" tIns="0" rIns="45700" bIns="0" anchor="t" anchorCtr="0">
            <a:normAutofit/>
          </a:bodyPr>
          <a:lstStyle/>
          <a:p>
            <a:pPr marL="0" lvl="0" indent="0" algn="ctr" rtl="0">
              <a:lnSpc>
                <a:spcPct val="100000"/>
              </a:lnSpc>
              <a:spcBef>
                <a:spcPts val="0"/>
              </a:spcBef>
              <a:spcAft>
                <a:spcPts val="0"/>
              </a:spcAft>
              <a:buSzPts val="1400"/>
              <a:buNone/>
            </a:pPr>
            <a:r>
              <a:rPr lang="iw-IL"/>
              <a:t>Numerical Systems</a:t>
            </a:r>
            <a:br>
              <a:rPr lang="iw-IL"/>
            </a:br>
            <a:r>
              <a:rPr lang="iw-IL"/>
              <a:t>מערכות ספרתיות</a:t>
            </a:r>
            <a:endParaRPr/>
          </a:p>
        </p:txBody>
      </p:sp>
      <p:sp>
        <p:nvSpPr>
          <p:cNvPr id="121" name="Google Shape;121;p1"/>
          <p:cNvSpPr txBox="1">
            <a:spLocks noGrp="1"/>
          </p:cNvSpPr>
          <p:nvPr>
            <p:ph type="subTitle" idx="1"/>
          </p:nvPr>
        </p:nvSpPr>
        <p:spPr>
          <a:xfrm>
            <a:off x="685800" y="1828800"/>
            <a:ext cx="8077200" cy="1499616"/>
          </a:xfrm>
          <a:prstGeom prst="rect">
            <a:avLst/>
          </a:prstGeom>
          <a:noFill/>
          <a:ln>
            <a:noFill/>
          </a:ln>
        </p:spPr>
        <p:txBody>
          <a:bodyPr spcFirstLastPara="1" wrap="square" lIns="118850" tIns="0" rIns="45700" bIns="0" anchor="b" anchorCtr="0">
            <a:noAutofit/>
          </a:bodyPr>
          <a:lstStyle/>
          <a:p>
            <a:pPr marL="457200" lvl="0" indent="-391160" algn="l" rtl="0">
              <a:lnSpc>
                <a:spcPct val="100000"/>
              </a:lnSpc>
              <a:spcBef>
                <a:spcPts val="0"/>
              </a:spcBef>
              <a:spcAft>
                <a:spcPts val="0"/>
              </a:spcAft>
              <a:buSzPts val="1600"/>
              <a:buNone/>
            </a:pPr>
            <a:endParaRPr/>
          </a:p>
        </p:txBody>
      </p:sp>
      <p:sp>
        <p:nvSpPr>
          <p:cNvPr id="122" name="Google Shape;122;p1"/>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3</a:t>
            </a:fld>
            <a:endParaRPr/>
          </a:p>
        </p:txBody>
      </p:sp>
      <p:pic>
        <p:nvPicPr>
          <p:cNvPr id="123" name="Google Shape;123;p1" descr="תמונה שמכילה צילום מסך, טקסט, חשיכה, גרפיקה&#10;&#10;תוכן בינה מלאכותית גנרטיבית עשוי להיות שגוי."/>
          <p:cNvPicPr preferRelativeResize="0"/>
          <p:nvPr/>
        </p:nvPicPr>
        <p:blipFill rotWithShape="1">
          <a:blip r:embed="rId3">
            <a:alphaModFix/>
          </a:blip>
          <a:srcRect/>
          <a:stretch/>
        </p:blipFill>
        <p:spPr>
          <a:xfrm>
            <a:off x="0" y="23107"/>
            <a:ext cx="9144000" cy="51110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תוכן עניינים  </a:t>
            </a:r>
            <a:endParaRPr/>
          </a:p>
        </p:txBody>
      </p:sp>
      <p:sp>
        <p:nvSpPr>
          <p:cNvPr id="129" name="Google Shape;129;p2"/>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38150" lvl="0" indent="-319088" algn="r" rtl="1">
              <a:lnSpc>
                <a:spcPct val="100000"/>
              </a:lnSpc>
              <a:spcBef>
                <a:spcPts val="0"/>
              </a:spcBef>
              <a:spcAft>
                <a:spcPts val="0"/>
              </a:spcAft>
              <a:buSzPts val="2560"/>
              <a:buChar char="◼"/>
            </a:pPr>
            <a:r>
              <a:rPr lang="iw-IL"/>
              <a:t>למה צריך את זה?</a:t>
            </a:r>
            <a:endParaRPr/>
          </a:p>
          <a:p>
            <a:pPr marL="438150" lvl="0" indent="-319088" algn="r" rtl="1">
              <a:lnSpc>
                <a:spcPct val="100000"/>
              </a:lnSpc>
              <a:spcBef>
                <a:spcPts val="0"/>
              </a:spcBef>
              <a:spcAft>
                <a:spcPts val="0"/>
              </a:spcAft>
              <a:buSzPts val="2560"/>
              <a:buChar char="◼"/>
            </a:pPr>
            <a:r>
              <a:rPr lang="iw-IL"/>
              <a:t>מה נלמד בקורס?</a:t>
            </a:r>
            <a:endParaRPr/>
          </a:p>
          <a:p>
            <a:pPr marL="438150" lvl="0" indent="-319088" algn="r" rtl="1">
              <a:lnSpc>
                <a:spcPct val="100000"/>
              </a:lnSpc>
              <a:spcBef>
                <a:spcPts val="0"/>
              </a:spcBef>
              <a:spcAft>
                <a:spcPts val="0"/>
              </a:spcAft>
              <a:buSzPts val="2560"/>
              <a:buChar char="◼"/>
            </a:pPr>
            <a:r>
              <a:rPr lang="iw-IL"/>
              <a:t>איך נלמד את החומר? </a:t>
            </a:r>
            <a:endParaRPr/>
          </a:p>
        </p:txBody>
      </p:sp>
      <p:sp>
        <p:nvSpPr>
          <p:cNvPr id="130" name="Google Shape;130;p2"/>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p3" descr="תמונה שמכילה צילום מסך, טקסט, חשיכה, גרפיקה&#10;&#10;תוכן בינה מלאכותית גנרטיבית עשוי להיות שגוי."/>
          <p:cNvPicPr preferRelativeResize="0"/>
          <p:nvPr/>
        </p:nvPicPr>
        <p:blipFill rotWithShape="1">
          <a:blip r:embed="rId3">
            <a:alphaModFix/>
          </a:blip>
          <a:srcRect/>
          <a:stretch/>
        </p:blipFill>
        <p:spPr>
          <a:xfrm>
            <a:off x="915682" y="0"/>
            <a:ext cx="7312636" cy="4087368"/>
          </a:xfrm>
          <a:prstGeom prst="rect">
            <a:avLst/>
          </a:prstGeom>
          <a:noFill/>
          <a:ln>
            <a:noFill/>
          </a:ln>
        </p:spPr>
      </p:pic>
      <p:sp>
        <p:nvSpPr>
          <p:cNvPr id="136" name="Google Shape;136;p3"/>
          <p:cNvSpPr txBox="1">
            <a:spLocks noGrp="1"/>
          </p:cNvSpPr>
          <p:nvPr>
            <p:ph type="ctrTitle"/>
          </p:nvPr>
        </p:nvSpPr>
        <p:spPr>
          <a:xfrm>
            <a:off x="685800" y="3355848"/>
            <a:ext cx="8077200" cy="1673352"/>
          </a:xfrm>
          <a:prstGeom prst="rect">
            <a:avLst/>
          </a:prstGeom>
          <a:noFill/>
          <a:ln>
            <a:noFill/>
          </a:ln>
        </p:spPr>
        <p:txBody>
          <a:bodyPr spcFirstLastPara="1" wrap="square" lIns="91425" tIns="0" rIns="45700" bIns="0" anchor="t" anchorCtr="0">
            <a:normAutofit/>
          </a:bodyPr>
          <a:lstStyle/>
          <a:p>
            <a:pPr marL="0" lvl="0" indent="0" algn="r" rtl="1">
              <a:lnSpc>
                <a:spcPct val="100000"/>
              </a:lnSpc>
              <a:spcBef>
                <a:spcPts val="0"/>
              </a:spcBef>
              <a:spcAft>
                <a:spcPts val="0"/>
              </a:spcAft>
              <a:buSzPts val="1400"/>
              <a:buNone/>
            </a:pPr>
            <a:r>
              <a:rPr lang="iw-IL"/>
              <a:t>למה צריך את זה?</a:t>
            </a:r>
            <a:endParaRPr/>
          </a:p>
        </p:txBody>
      </p:sp>
      <p:sp>
        <p:nvSpPr>
          <p:cNvPr id="137" name="Google Shape;137;p3"/>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42"/>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למה צריך את זה?</a:t>
            </a:r>
            <a:endParaRPr/>
          </a:p>
        </p:txBody>
      </p:sp>
      <p:sp>
        <p:nvSpPr>
          <p:cNvPr id="143" name="Google Shape;143;p42"/>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6</a:t>
            </a:fld>
            <a:endParaRPr/>
          </a:p>
        </p:txBody>
      </p:sp>
      <p:sp>
        <p:nvSpPr>
          <p:cNvPr id="144" name="Google Shape;144;p42"/>
          <p:cNvSpPr txBox="1"/>
          <p:nvPr/>
        </p:nvSpPr>
        <p:spPr>
          <a:xfrm>
            <a:off x="2268855" y="5953780"/>
            <a:ext cx="460629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iw-IL" sz="1400" b="0" i="0" u="none" strike="noStrike" cap="none">
                <a:solidFill>
                  <a:srgbClr val="000000"/>
                </a:solidFill>
                <a:latin typeface="Arial"/>
                <a:ea typeface="Arial"/>
                <a:cs typeface="Arial"/>
                <a:sym typeface="Arial"/>
              </a:rPr>
              <a:t>https://www.geektime.co.il/israeli-startup-claims-its-chip-beats-nvidia-blackwell/</a:t>
            </a:r>
            <a:endParaRPr/>
          </a:p>
        </p:txBody>
      </p:sp>
      <p:pic>
        <p:nvPicPr>
          <p:cNvPr id="145" name="Google Shape;145;p42"/>
          <p:cNvPicPr preferRelativeResize="0"/>
          <p:nvPr/>
        </p:nvPicPr>
        <p:blipFill rotWithShape="1">
          <a:blip r:embed="rId3">
            <a:alphaModFix/>
          </a:blip>
          <a:srcRect/>
          <a:stretch/>
        </p:blipFill>
        <p:spPr>
          <a:xfrm>
            <a:off x="90051" y="1828800"/>
            <a:ext cx="9153904" cy="292290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43"/>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מה עובד יותר מהר?</a:t>
            </a:r>
            <a:endParaRPr/>
          </a:p>
        </p:txBody>
      </p:sp>
      <p:sp>
        <p:nvSpPr>
          <p:cNvPr id="151" name="Google Shape;151;p43"/>
          <p:cNvSpPr txBox="1">
            <a:spLocks noGrp="1"/>
          </p:cNvSpPr>
          <p:nvPr>
            <p:ph type="body" idx="1"/>
          </p:nvPr>
        </p:nvSpPr>
        <p:spPr>
          <a:xfrm>
            <a:off x="0" y="1600271"/>
            <a:ext cx="3833504" cy="4625975"/>
          </a:xfrm>
          <a:prstGeom prst="rect">
            <a:avLst/>
          </a:prstGeom>
          <a:blipFill rotWithShape="1">
            <a:blip r:embed="rId3">
              <a:alphaModFix/>
            </a:blip>
            <a:stretch>
              <a:fillRect r="-15262"/>
            </a:stretch>
          </a:blipFill>
          <a:ln>
            <a:noFill/>
          </a:ln>
        </p:spPr>
        <p:txBody>
          <a:bodyPr spcFirstLastPara="1" wrap="square" lIns="54850" tIns="91425" rIns="91425" bIns="45700" anchor="t" anchorCtr="0">
            <a:noAutofit/>
          </a:bodyPr>
          <a:lstStyle/>
          <a:p>
            <a:pPr marL="457200" lvl="0" indent="-320040" algn="l" rtl="0">
              <a:lnSpc>
                <a:spcPct val="100000"/>
              </a:lnSpc>
              <a:spcBef>
                <a:spcPts val="0"/>
              </a:spcBef>
              <a:spcAft>
                <a:spcPts val="0"/>
              </a:spcAft>
              <a:buSzPts val="1440"/>
              <a:buChar char="◼"/>
            </a:pPr>
            <a:r>
              <a:rPr lang="iw-IL"/>
              <a:t> </a:t>
            </a:r>
            <a:endParaRPr/>
          </a:p>
        </p:txBody>
      </p:sp>
      <p:sp>
        <p:nvSpPr>
          <p:cNvPr id="152" name="Google Shape;152;p43"/>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7</a:t>
            </a:fld>
            <a:endParaRPr/>
          </a:p>
        </p:txBody>
      </p:sp>
      <p:pic>
        <p:nvPicPr>
          <p:cNvPr id="153" name="Google Shape;153;p43"/>
          <p:cNvPicPr preferRelativeResize="0"/>
          <p:nvPr/>
        </p:nvPicPr>
        <p:blipFill rotWithShape="1">
          <a:blip r:embed="rId4">
            <a:alphaModFix/>
          </a:blip>
          <a:srcRect/>
          <a:stretch/>
        </p:blipFill>
        <p:spPr>
          <a:xfrm>
            <a:off x="5190637" y="2291596"/>
            <a:ext cx="3496163" cy="3581900"/>
          </a:xfrm>
          <a:prstGeom prst="rect">
            <a:avLst/>
          </a:prstGeom>
          <a:noFill/>
          <a:ln>
            <a:noFill/>
          </a:ln>
        </p:spPr>
      </p:pic>
      <p:sp>
        <p:nvSpPr>
          <p:cNvPr id="154" name="Google Shape;154;p43"/>
          <p:cNvSpPr txBox="1"/>
          <p:nvPr/>
        </p:nvSpPr>
        <p:spPr>
          <a:xfrm>
            <a:off x="206375" y="4389564"/>
            <a:ext cx="3475158" cy="4625975"/>
          </a:xfrm>
          <a:prstGeom prst="rect">
            <a:avLst/>
          </a:prstGeom>
          <a:blipFill rotWithShape="1">
            <a:blip r:embed="rId5">
              <a:alphaModFix/>
            </a:blip>
            <a:stretch>
              <a:fillRect r="-192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4"/>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למה?</a:t>
            </a:r>
            <a:endParaRPr/>
          </a:p>
        </p:txBody>
      </p:sp>
      <p:sp>
        <p:nvSpPr>
          <p:cNvPr id="160" name="Google Shape;160;p44"/>
          <p:cNvSpPr txBox="1">
            <a:spLocks noGrp="1"/>
          </p:cNvSpPr>
          <p:nvPr>
            <p:ph type="body" idx="1"/>
          </p:nvPr>
        </p:nvSpPr>
        <p:spPr>
          <a:xfrm>
            <a:off x="0" y="1600271"/>
            <a:ext cx="3833504" cy="4625975"/>
          </a:xfrm>
          <a:prstGeom prst="rect">
            <a:avLst/>
          </a:prstGeom>
          <a:blipFill rotWithShape="1">
            <a:blip r:embed="rId3">
              <a:alphaModFix/>
            </a:blip>
            <a:stretch>
              <a:fillRect r="-15262"/>
            </a:stretch>
          </a:blipFill>
          <a:ln>
            <a:noFill/>
          </a:ln>
        </p:spPr>
        <p:txBody>
          <a:bodyPr spcFirstLastPara="1" wrap="square" lIns="54850" tIns="91425" rIns="91425" bIns="45700" anchor="t" anchorCtr="0">
            <a:noAutofit/>
          </a:bodyPr>
          <a:lstStyle/>
          <a:p>
            <a:pPr marL="457200" lvl="0" indent="-320040" algn="l" rtl="0">
              <a:lnSpc>
                <a:spcPct val="100000"/>
              </a:lnSpc>
              <a:spcBef>
                <a:spcPts val="0"/>
              </a:spcBef>
              <a:spcAft>
                <a:spcPts val="0"/>
              </a:spcAft>
              <a:buSzPts val="1440"/>
              <a:buChar char="◼"/>
            </a:pPr>
            <a:r>
              <a:rPr lang="iw-IL"/>
              <a:t> </a:t>
            </a:r>
            <a:endParaRPr/>
          </a:p>
        </p:txBody>
      </p:sp>
      <p:sp>
        <p:nvSpPr>
          <p:cNvPr id="161" name="Google Shape;161;p44"/>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8</a:t>
            </a:fld>
            <a:endParaRPr/>
          </a:p>
        </p:txBody>
      </p:sp>
      <p:sp>
        <p:nvSpPr>
          <p:cNvPr id="162" name="Google Shape;162;p44"/>
          <p:cNvSpPr txBox="1"/>
          <p:nvPr/>
        </p:nvSpPr>
        <p:spPr>
          <a:xfrm>
            <a:off x="206375" y="4389564"/>
            <a:ext cx="3475158" cy="4625975"/>
          </a:xfrm>
          <a:prstGeom prst="rect">
            <a:avLst/>
          </a:prstGeom>
          <a:blipFill rotWithShape="1">
            <a:blip r:embed="rId4">
              <a:alphaModFix/>
            </a:blip>
            <a:stretch>
              <a:fillRect r="-192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pic>
        <p:nvPicPr>
          <p:cNvPr id="163" name="Google Shape;163;p44"/>
          <p:cNvPicPr preferRelativeResize="0"/>
          <p:nvPr/>
        </p:nvPicPr>
        <p:blipFill rotWithShape="1">
          <a:blip r:embed="rId5">
            <a:alphaModFix/>
          </a:blip>
          <a:srcRect l="16173" r="56009" b="70361"/>
          <a:stretch/>
        </p:blipFill>
        <p:spPr>
          <a:xfrm>
            <a:off x="4773167" y="1748029"/>
            <a:ext cx="4214549" cy="1415795"/>
          </a:xfrm>
          <a:prstGeom prst="rect">
            <a:avLst/>
          </a:prstGeom>
          <a:noFill/>
          <a:ln>
            <a:noFill/>
          </a:ln>
        </p:spPr>
      </p:pic>
      <p:pic>
        <p:nvPicPr>
          <p:cNvPr id="164" name="Google Shape;164;p44"/>
          <p:cNvPicPr preferRelativeResize="0"/>
          <p:nvPr/>
        </p:nvPicPr>
        <p:blipFill rotWithShape="1">
          <a:blip r:embed="rId5">
            <a:alphaModFix/>
          </a:blip>
          <a:srcRect l="21260" t="26731" r="52984" b="37395"/>
          <a:stretch/>
        </p:blipFill>
        <p:spPr>
          <a:xfrm>
            <a:off x="4818649" y="4206240"/>
            <a:ext cx="4251293" cy="18668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45"/>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מה עובד יותר מהר?</a:t>
            </a:r>
            <a:endParaRPr/>
          </a:p>
        </p:txBody>
      </p:sp>
      <p:sp>
        <p:nvSpPr>
          <p:cNvPr id="170" name="Google Shape;170;p45"/>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9</a:t>
            </a:fld>
            <a:endParaRPr/>
          </a:p>
        </p:txBody>
      </p:sp>
      <p:pic>
        <p:nvPicPr>
          <p:cNvPr id="171" name="Google Shape;171;p45"/>
          <p:cNvPicPr preferRelativeResize="0"/>
          <p:nvPr/>
        </p:nvPicPr>
        <p:blipFill rotWithShape="1">
          <a:blip r:embed="rId3">
            <a:alphaModFix/>
          </a:blip>
          <a:srcRect/>
          <a:stretch/>
        </p:blipFill>
        <p:spPr>
          <a:xfrm>
            <a:off x="5190637" y="2291596"/>
            <a:ext cx="3496163" cy="3581900"/>
          </a:xfrm>
          <a:prstGeom prst="rect">
            <a:avLst/>
          </a:prstGeom>
          <a:noFill/>
          <a:ln>
            <a:noFill/>
          </a:ln>
        </p:spPr>
      </p:pic>
      <p:sp>
        <p:nvSpPr>
          <p:cNvPr id="172" name="Google Shape;172;p45"/>
          <p:cNvSpPr txBox="1"/>
          <p:nvPr/>
        </p:nvSpPr>
        <p:spPr>
          <a:xfrm>
            <a:off x="358775" y="1247521"/>
            <a:ext cx="3475158" cy="4625975"/>
          </a:xfrm>
          <a:prstGeom prst="rect">
            <a:avLst/>
          </a:prstGeom>
          <a:blipFill rotWithShape="1">
            <a:blip r:embed="rId4">
              <a:alphaModFix/>
            </a:blip>
            <a:stretch>
              <a:fillRect r="-192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sp>
        <p:nvSpPr>
          <p:cNvPr id="173" name="Google Shape;173;p45"/>
          <p:cNvSpPr txBox="1"/>
          <p:nvPr/>
        </p:nvSpPr>
        <p:spPr>
          <a:xfrm>
            <a:off x="358775" y="4541964"/>
            <a:ext cx="3475158" cy="4625975"/>
          </a:xfrm>
          <a:prstGeom prst="rect">
            <a:avLst/>
          </a:prstGeom>
          <a:blipFill rotWithShape="1">
            <a:blip r:embed="rId5">
              <a:alphaModFix/>
            </a:blip>
            <a:stretch>
              <a:fillRect r="-192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46"/>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למה?</a:t>
            </a:r>
            <a:endParaRPr/>
          </a:p>
        </p:txBody>
      </p:sp>
      <p:sp>
        <p:nvSpPr>
          <p:cNvPr id="179" name="Google Shape;179;p46"/>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10</a:t>
            </a:fld>
            <a:endParaRPr/>
          </a:p>
        </p:txBody>
      </p:sp>
      <p:sp>
        <p:nvSpPr>
          <p:cNvPr id="180" name="Google Shape;180;p46"/>
          <p:cNvSpPr txBox="1"/>
          <p:nvPr/>
        </p:nvSpPr>
        <p:spPr>
          <a:xfrm>
            <a:off x="358775" y="1247521"/>
            <a:ext cx="3475158" cy="4625975"/>
          </a:xfrm>
          <a:prstGeom prst="rect">
            <a:avLst/>
          </a:prstGeom>
          <a:blipFill rotWithShape="1">
            <a:blip r:embed="rId3">
              <a:alphaModFix/>
            </a:blip>
            <a:stretch>
              <a:fillRect r="-192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sp>
        <p:nvSpPr>
          <p:cNvPr id="181" name="Google Shape;181;p46"/>
          <p:cNvSpPr txBox="1"/>
          <p:nvPr/>
        </p:nvSpPr>
        <p:spPr>
          <a:xfrm>
            <a:off x="358775" y="4541964"/>
            <a:ext cx="3475158" cy="4625975"/>
          </a:xfrm>
          <a:prstGeom prst="rect">
            <a:avLst/>
          </a:prstGeom>
          <a:blipFill rotWithShape="1">
            <a:blip r:embed="rId4">
              <a:alphaModFix/>
            </a:blip>
            <a:stretch>
              <a:fillRect r="-192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pic>
        <p:nvPicPr>
          <p:cNvPr id="182" name="Google Shape;182;p46"/>
          <p:cNvPicPr preferRelativeResize="0"/>
          <p:nvPr/>
        </p:nvPicPr>
        <p:blipFill rotWithShape="1">
          <a:blip r:embed="rId5">
            <a:alphaModFix/>
          </a:blip>
          <a:srcRect l="7206" b="60125"/>
          <a:stretch/>
        </p:blipFill>
        <p:spPr>
          <a:xfrm>
            <a:off x="4909433" y="2036785"/>
            <a:ext cx="3570594" cy="989879"/>
          </a:xfrm>
          <a:prstGeom prst="rect">
            <a:avLst/>
          </a:prstGeom>
          <a:noFill/>
          <a:ln>
            <a:noFill/>
          </a:ln>
        </p:spPr>
      </p:pic>
      <p:pic>
        <p:nvPicPr>
          <p:cNvPr id="183" name="Google Shape;183;p46"/>
          <p:cNvPicPr preferRelativeResize="0"/>
          <p:nvPr/>
        </p:nvPicPr>
        <p:blipFill rotWithShape="1">
          <a:blip r:embed="rId5">
            <a:alphaModFix/>
          </a:blip>
          <a:srcRect l="4845" t="54667" r="2362" b="5458"/>
          <a:stretch/>
        </p:blipFill>
        <p:spPr>
          <a:xfrm>
            <a:off x="4909433" y="5188417"/>
            <a:ext cx="3570594" cy="98987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47"/>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מה עובד יותר מהר?</a:t>
            </a:r>
            <a:endParaRPr/>
          </a:p>
        </p:txBody>
      </p:sp>
      <p:sp>
        <p:nvSpPr>
          <p:cNvPr id="189" name="Google Shape;189;p47"/>
          <p:cNvSpPr txBox="1">
            <a:spLocks noGrp="1"/>
          </p:cNvSpPr>
          <p:nvPr>
            <p:ph type="body" idx="1"/>
          </p:nvPr>
        </p:nvSpPr>
        <p:spPr>
          <a:xfrm>
            <a:off x="0" y="1600271"/>
            <a:ext cx="3833504" cy="1362385"/>
          </a:xfrm>
          <a:prstGeom prst="rect">
            <a:avLst/>
          </a:prstGeom>
          <a:blipFill rotWithShape="1">
            <a:blip r:embed="rId3">
              <a:alphaModFix/>
            </a:blip>
            <a:stretch>
              <a:fillRect r="-15103"/>
            </a:stretch>
          </a:blipFill>
          <a:ln>
            <a:noFill/>
          </a:ln>
        </p:spPr>
        <p:txBody>
          <a:bodyPr spcFirstLastPara="1" wrap="square" lIns="54850" tIns="91425" rIns="91425" bIns="45700" anchor="t" anchorCtr="0">
            <a:noAutofit/>
          </a:bodyPr>
          <a:lstStyle/>
          <a:p>
            <a:pPr marL="457200" lvl="0" indent="-320040" algn="l" rtl="0">
              <a:lnSpc>
                <a:spcPct val="100000"/>
              </a:lnSpc>
              <a:spcBef>
                <a:spcPts val="0"/>
              </a:spcBef>
              <a:spcAft>
                <a:spcPts val="0"/>
              </a:spcAft>
              <a:buSzPts val="1440"/>
              <a:buChar char="◼"/>
            </a:pPr>
            <a:r>
              <a:rPr lang="iw-IL"/>
              <a:t> </a:t>
            </a:r>
            <a:endParaRPr/>
          </a:p>
        </p:txBody>
      </p:sp>
      <p:sp>
        <p:nvSpPr>
          <p:cNvPr id="190" name="Google Shape;190;p47"/>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11</a:t>
            </a:fld>
            <a:endParaRPr/>
          </a:p>
        </p:txBody>
      </p:sp>
      <p:pic>
        <p:nvPicPr>
          <p:cNvPr id="191" name="Google Shape;191;p47"/>
          <p:cNvPicPr preferRelativeResize="0"/>
          <p:nvPr/>
        </p:nvPicPr>
        <p:blipFill rotWithShape="1">
          <a:blip r:embed="rId4">
            <a:alphaModFix/>
          </a:blip>
          <a:srcRect/>
          <a:stretch/>
        </p:blipFill>
        <p:spPr>
          <a:xfrm>
            <a:off x="5441462" y="1408176"/>
            <a:ext cx="3496163" cy="3581900"/>
          </a:xfrm>
          <a:prstGeom prst="rect">
            <a:avLst/>
          </a:prstGeom>
          <a:noFill/>
          <a:ln>
            <a:noFill/>
          </a:ln>
        </p:spPr>
      </p:pic>
      <p:sp>
        <p:nvSpPr>
          <p:cNvPr id="192" name="Google Shape;192;p47"/>
          <p:cNvSpPr txBox="1"/>
          <p:nvPr/>
        </p:nvSpPr>
        <p:spPr>
          <a:xfrm>
            <a:off x="-66412" y="4706183"/>
            <a:ext cx="8001000" cy="1362385"/>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48"/>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מה עובד יותר מהר?</a:t>
            </a:r>
            <a:endParaRPr/>
          </a:p>
        </p:txBody>
      </p:sp>
      <p:sp>
        <p:nvSpPr>
          <p:cNvPr id="198" name="Google Shape;198;p48"/>
          <p:cNvSpPr txBox="1">
            <a:spLocks noGrp="1"/>
          </p:cNvSpPr>
          <p:nvPr>
            <p:ph type="body" idx="1"/>
          </p:nvPr>
        </p:nvSpPr>
        <p:spPr>
          <a:xfrm>
            <a:off x="0" y="1600271"/>
            <a:ext cx="3833504" cy="1362385"/>
          </a:xfrm>
          <a:prstGeom prst="rect">
            <a:avLst/>
          </a:prstGeom>
          <a:blipFill rotWithShape="1">
            <a:blip r:embed="rId3">
              <a:alphaModFix/>
            </a:blip>
            <a:stretch>
              <a:fillRect r="-15103"/>
            </a:stretch>
          </a:blipFill>
          <a:ln>
            <a:noFill/>
          </a:ln>
        </p:spPr>
        <p:txBody>
          <a:bodyPr spcFirstLastPara="1" wrap="square" lIns="54850" tIns="91425" rIns="91425" bIns="45700" anchor="t" anchorCtr="0">
            <a:noAutofit/>
          </a:bodyPr>
          <a:lstStyle/>
          <a:p>
            <a:pPr marL="457200" lvl="0" indent="-320040" algn="l" rtl="0">
              <a:lnSpc>
                <a:spcPct val="100000"/>
              </a:lnSpc>
              <a:spcBef>
                <a:spcPts val="0"/>
              </a:spcBef>
              <a:spcAft>
                <a:spcPts val="0"/>
              </a:spcAft>
              <a:buSzPts val="1440"/>
              <a:buChar char="◼"/>
            </a:pPr>
            <a:r>
              <a:rPr lang="iw-IL"/>
              <a:t> </a:t>
            </a:r>
            <a:endParaRPr/>
          </a:p>
        </p:txBody>
      </p:sp>
      <p:sp>
        <p:nvSpPr>
          <p:cNvPr id="199" name="Google Shape;199;p48"/>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12</a:t>
            </a:fld>
            <a:endParaRPr/>
          </a:p>
        </p:txBody>
      </p:sp>
      <p:sp>
        <p:nvSpPr>
          <p:cNvPr id="200" name="Google Shape;200;p48"/>
          <p:cNvSpPr txBox="1"/>
          <p:nvPr/>
        </p:nvSpPr>
        <p:spPr>
          <a:xfrm>
            <a:off x="-66412" y="4706183"/>
            <a:ext cx="8001000" cy="1362385"/>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pic>
        <p:nvPicPr>
          <p:cNvPr id="201" name="Google Shape;201;p48"/>
          <p:cNvPicPr preferRelativeResize="0"/>
          <p:nvPr/>
        </p:nvPicPr>
        <p:blipFill rotWithShape="1">
          <a:blip r:embed="rId5">
            <a:alphaModFix/>
          </a:blip>
          <a:srcRect b="50000"/>
          <a:stretch/>
        </p:blipFill>
        <p:spPr>
          <a:xfrm>
            <a:off x="6409577" y="1873113"/>
            <a:ext cx="2610353" cy="851799"/>
          </a:xfrm>
          <a:prstGeom prst="rect">
            <a:avLst/>
          </a:prstGeom>
          <a:noFill/>
          <a:ln>
            <a:noFill/>
          </a:ln>
        </p:spPr>
      </p:pic>
      <p:pic>
        <p:nvPicPr>
          <p:cNvPr id="202" name="Google Shape;202;p48"/>
          <p:cNvPicPr preferRelativeResize="0"/>
          <p:nvPr/>
        </p:nvPicPr>
        <p:blipFill rotWithShape="1">
          <a:blip r:embed="rId5">
            <a:alphaModFix/>
          </a:blip>
          <a:srcRect l="-185" t="58060" r="185" b="-8060"/>
          <a:stretch/>
        </p:blipFill>
        <p:spPr>
          <a:xfrm>
            <a:off x="6528827" y="5899839"/>
            <a:ext cx="2610353" cy="8517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49"/>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האם זה נכון?</a:t>
            </a:r>
            <a:endParaRPr/>
          </a:p>
        </p:txBody>
      </p:sp>
      <p:sp>
        <p:nvSpPr>
          <p:cNvPr id="208" name="Google Shape;208;p49"/>
          <p:cNvSpPr txBox="1">
            <a:spLocks noGrp="1"/>
          </p:cNvSpPr>
          <p:nvPr>
            <p:ph type="body" idx="1"/>
          </p:nvPr>
        </p:nvSpPr>
        <p:spPr>
          <a:xfrm>
            <a:off x="0" y="1600271"/>
            <a:ext cx="5477256" cy="1362385"/>
          </a:xfrm>
          <a:prstGeom prst="rect">
            <a:avLst/>
          </a:prstGeom>
          <a:blipFill rotWithShape="1">
            <a:blip r:embed="rId3">
              <a:alphaModFix/>
            </a:blip>
            <a:stretch>
              <a:fillRect/>
            </a:stretch>
          </a:blipFill>
          <a:ln>
            <a:noFill/>
          </a:ln>
        </p:spPr>
        <p:txBody>
          <a:bodyPr spcFirstLastPara="1" wrap="square" lIns="54850" tIns="91425" rIns="91425" bIns="45700" anchor="t" anchorCtr="0">
            <a:noAutofit/>
          </a:bodyPr>
          <a:lstStyle/>
          <a:p>
            <a:pPr marL="457200" lvl="0" indent="-320040" algn="l" rtl="0">
              <a:lnSpc>
                <a:spcPct val="100000"/>
              </a:lnSpc>
              <a:spcBef>
                <a:spcPts val="0"/>
              </a:spcBef>
              <a:spcAft>
                <a:spcPts val="0"/>
              </a:spcAft>
              <a:buSzPts val="1440"/>
              <a:buChar char="◼"/>
            </a:pPr>
            <a:r>
              <a:rPr lang="iw-IL"/>
              <a:t> </a:t>
            </a:r>
            <a:endParaRPr/>
          </a:p>
        </p:txBody>
      </p:sp>
      <p:sp>
        <p:nvSpPr>
          <p:cNvPr id="209" name="Google Shape;209;p49"/>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13</a:t>
            </a:fld>
            <a:endParaRPr/>
          </a:p>
        </p:txBody>
      </p:sp>
      <p:sp>
        <p:nvSpPr>
          <p:cNvPr id="210" name="Google Shape;210;p49"/>
          <p:cNvSpPr txBox="1"/>
          <p:nvPr/>
        </p:nvSpPr>
        <p:spPr>
          <a:xfrm>
            <a:off x="-195199" y="2949990"/>
            <a:ext cx="9534398" cy="1362385"/>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sp>
        <p:nvSpPr>
          <p:cNvPr id="211" name="Google Shape;211;p49"/>
          <p:cNvSpPr txBox="1"/>
          <p:nvPr/>
        </p:nvSpPr>
        <p:spPr>
          <a:xfrm>
            <a:off x="1167384" y="4779335"/>
            <a:ext cx="5477256" cy="1362385"/>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50"/>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למה?</a:t>
            </a:r>
            <a:endParaRPr/>
          </a:p>
        </p:txBody>
      </p:sp>
      <p:sp>
        <p:nvSpPr>
          <p:cNvPr id="217" name="Google Shape;217;p50"/>
          <p:cNvSpPr txBox="1">
            <a:spLocks noGrp="1"/>
          </p:cNvSpPr>
          <p:nvPr>
            <p:ph type="body" idx="1"/>
          </p:nvPr>
        </p:nvSpPr>
        <p:spPr>
          <a:xfrm>
            <a:off x="0" y="1600271"/>
            <a:ext cx="5477256" cy="1362385"/>
          </a:xfrm>
          <a:prstGeom prst="rect">
            <a:avLst/>
          </a:prstGeom>
          <a:blipFill rotWithShape="1">
            <a:blip r:embed="rId3">
              <a:alphaModFix/>
            </a:blip>
            <a:stretch>
              <a:fillRect/>
            </a:stretch>
          </a:blipFill>
          <a:ln>
            <a:noFill/>
          </a:ln>
        </p:spPr>
        <p:txBody>
          <a:bodyPr spcFirstLastPara="1" wrap="square" lIns="54850" tIns="91425" rIns="91425" bIns="45700" anchor="t" anchorCtr="0">
            <a:noAutofit/>
          </a:bodyPr>
          <a:lstStyle/>
          <a:p>
            <a:pPr marL="457200" lvl="0" indent="-320040" algn="l" rtl="0">
              <a:lnSpc>
                <a:spcPct val="100000"/>
              </a:lnSpc>
              <a:spcBef>
                <a:spcPts val="0"/>
              </a:spcBef>
              <a:spcAft>
                <a:spcPts val="0"/>
              </a:spcAft>
              <a:buSzPts val="1440"/>
              <a:buChar char="◼"/>
            </a:pPr>
            <a:r>
              <a:rPr lang="iw-IL"/>
              <a:t> </a:t>
            </a:r>
            <a:endParaRPr/>
          </a:p>
        </p:txBody>
      </p:sp>
      <p:sp>
        <p:nvSpPr>
          <p:cNvPr id="218" name="Google Shape;218;p50"/>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14</a:t>
            </a:fld>
            <a:endParaRPr/>
          </a:p>
        </p:txBody>
      </p:sp>
      <p:sp>
        <p:nvSpPr>
          <p:cNvPr id="219" name="Google Shape;219;p50"/>
          <p:cNvSpPr txBox="1"/>
          <p:nvPr/>
        </p:nvSpPr>
        <p:spPr>
          <a:xfrm>
            <a:off x="-1532323" y="2859166"/>
            <a:ext cx="9534398" cy="1362385"/>
          </a:xfrm>
          <a:prstGeom prst="rect">
            <a:avLst/>
          </a:pr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sp>
        <p:nvSpPr>
          <p:cNvPr id="220" name="Google Shape;220;p50"/>
          <p:cNvSpPr txBox="1"/>
          <p:nvPr/>
        </p:nvSpPr>
        <p:spPr>
          <a:xfrm>
            <a:off x="1039368" y="4221551"/>
            <a:ext cx="5477256" cy="1362385"/>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iw-IL" sz="1400" b="0" i="0" u="none" strike="noStrike" cap="none">
                <a:latin typeface="Arial"/>
                <a:ea typeface="Arial"/>
                <a:cs typeface="Arial"/>
                <a:sym typeface="Arial"/>
              </a:rPr>
              <a:t> </a:t>
            </a:r>
            <a:endParaRPr/>
          </a:p>
        </p:txBody>
      </p:sp>
      <p:pic>
        <p:nvPicPr>
          <p:cNvPr id="221" name="Google Shape;221;p50"/>
          <p:cNvPicPr preferRelativeResize="0"/>
          <p:nvPr/>
        </p:nvPicPr>
        <p:blipFill rotWithShape="1">
          <a:blip r:embed="rId6">
            <a:alphaModFix/>
          </a:blip>
          <a:srcRect/>
          <a:stretch/>
        </p:blipFill>
        <p:spPr>
          <a:xfrm>
            <a:off x="916332" y="5583936"/>
            <a:ext cx="7085743" cy="125272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51"/>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ctr" rtl="0">
              <a:lnSpc>
                <a:spcPct val="100000"/>
              </a:lnSpc>
              <a:spcBef>
                <a:spcPts val="0"/>
              </a:spcBef>
              <a:spcAft>
                <a:spcPts val="0"/>
              </a:spcAft>
              <a:buSzPts val="1400"/>
              <a:buNone/>
            </a:pPr>
            <a:r>
              <a:rPr lang="iw-IL"/>
              <a:t>הסיפור העצוב של הטיל אריאן 5</a:t>
            </a:r>
            <a:endParaRPr/>
          </a:p>
        </p:txBody>
      </p:sp>
      <p:sp>
        <p:nvSpPr>
          <p:cNvPr id="228" name="Google Shape;228;p51"/>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57200" lvl="0" indent="-228600" algn="l" rtl="0">
              <a:lnSpc>
                <a:spcPct val="100000"/>
              </a:lnSpc>
              <a:spcBef>
                <a:spcPts val="0"/>
              </a:spcBef>
              <a:spcAft>
                <a:spcPts val="0"/>
              </a:spcAft>
              <a:buSzPts val="1440"/>
              <a:buNone/>
            </a:pPr>
            <a:endParaRPr/>
          </a:p>
        </p:txBody>
      </p:sp>
      <p:sp>
        <p:nvSpPr>
          <p:cNvPr id="229" name="Google Shape;229;p51"/>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15</a:t>
            </a:fld>
            <a:endParaRPr/>
          </a:p>
        </p:txBody>
      </p:sp>
      <p:pic>
        <p:nvPicPr>
          <p:cNvPr id="230" name="Google Shape;230;p51"/>
          <p:cNvPicPr preferRelativeResize="0"/>
          <p:nvPr/>
        </p:nvPicPr>
        <p:blipFill rotWithShape="1">
          <a:blip r:embed="rId3">
            <a:alphaModFix/>
          </a:blip>
          <a:srcRect/>
          <a:stretch/>
        </p:blipFill>
        <p:spPr>
          <a:xfrm>
            <a:off x="3066991" y="1192368"/>
            <a:ext cx="3010017" cy="5284632"/>
          </a:xfrm>
          <a:prstGeom prst="rect">
            <a:avLst/>
          </a:prstGeom>
          <a:noFill/>
          <a:ln>
            <a:noFill/>
          </a:ln>
        </p:spPr>
      </p:pic>
      <p:sp>
        <p:nvSpPr>
          <p:cNvPr id="231" name="Google Shape;231;p51"/>
          <p:cNvSpPr txBox="1"/>
          <p:nvPr/>
        </p:nvSpPr>
        <p:spPr>
          <a:xfrm>
            <a:off x="-85726" y="6235202"/>
            <a:ext cx="9229726" cy="80021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iw-IL" sz="3200" b="0" i="0" u="sng" strike="noStrike" cap="none">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https://www.youtube.com/watch?v=5tJPXYA0Nec</a:t>
            </a:r>
            <a:endParaRPr sz="3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52"/>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איך המחשב עובד?</a:t>
            </a:r>
            <a:endParaRPr/>
          </a:p>
        </p:txBody>
      </p:sp>
      <p:sp>
        <p:nvSpPr>
          <p:cNvPr id="237" name="Google Shape;237;p52"/>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16</a:t>
            </a:fld>
            <a:endParaRPr/>
          </a:p>
        </p:txBody>
      </p:sp>
      <p:pic>
        <p:nvPicPr>
          <p:cNvPr id="238" name="Google Shape;238;p52" descr="תמונה שמכילה טקסט, מחשב, צילום מסך, מכשיר פלט&#10;&#10;תוכן בינה מלאכותית גנרטיבית עשוי להיות שגוי."/>
          <p:cNvPicPr preferRelativeResize="0"/>
          <p:nvPr/>
        </p:nvPicPr>
        <p:blipFill rotWithShape="1">
          <a:blip r:embed="rId3">
            <a:alphaModFix/>
          </a:blip>
          <a:srcRect/>
          <a:stretch/>
        </p:blipFill>
        <p:spPr>
          <a:xfrm>
            <a:off x="0" y="1481328"/>
            <a:ext cx="9144000"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53"/>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במה נתמקד במדעי המחשב?</a:t>
            </a:r>
            <a:endParaRPr/>
          </a:p>
        </p:txBody>
      </p:sp>
      <p:sp>
        <p:nvSpPr>
          <p:cNvPr id="244" name="Google Shape;244;p53"/>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17</a:t>
            </a:fld>
            <a:endParaRPr/>
          </a:p>
        </p:txBody>
      </p:sp>
      <p:pic>
        <p:nvPicPr>
          <p:cNvPr id="245" name="Google Shape;245;p53"/>
          <p:cNvPicPr preferRelativeResize="0"/>
          <p:nvPr/>
        </p:nvPicPr>
        <p:blipFill rotWithShape="1">
          <a:blip r:embed="rId3">
            <a:alphaModFix/>
          </a:blip>
          <a:srcRect l="10452"/>
          <a:stretch/>
        </p:blipFill>
        <p:spPr>
          <a:xfrm>
            <a:off x="6098042" y="1484376"/>
            <a:ext cx="3159623" cy="4869173"/>
          </a:xfrm>
          <a:prstGeom prst="rect">
            <a:avLst/>
          </a:prstGeom>
          <a:noFill/>
          <a:ln>
            <a:noFill/>
          </a:ln>
        </p:spPr>
      </p:pic>
      <p:pic>
        <p:nvPicPr>
          <p:cNvPr id="246" name="Google Shape;246;p53" descr="תמונה שמכילה טקסט, מחשב, צילום מסך, מכשיר פלט&#10;&#10;תוכן בינה מלאכותית גנרטיבית עשוי להיות שגוי."/>
          <p:cNvPicPr preferRelativeResize="0"/>
          <p:nvPr/>
        </p:nvPicPr>
        <p:blipFill rotWithShape="1">
          <a:blip r:embed="rId4">
            <a:alphaModFix/>
          </a:blip>
          <a:srcRect/>
          <a:stretch/>
        </p:blipFill>
        <p:spPr>
          <a:xfrm>
            <a:off x="0" y="2265417"/>
            <a:ext cx="5409194" cy="3042672"/>
          </a:xfrm>
          <a:prstGeom prst="rect">
            <a:avLst/>
          </a:prstGeom>
          <a:noFill/>
          <a:ln>
            <a:noFill/>
          </a:ln>
        </p:spPr>
      </p:pic>
      <p:sp>
        <p:nvSpPr>
          <p:cNvPr id="247" name="Google Shape;247;p53"/>
          <p:cNvSpPr/>
          <p:nvPr/>
        </p:nvSpPr>
        <p:spPr>
          <a:xfrm>
            <a:off x="-64008" y="2615184"/>
            <a:ext cx="1143000" cy="1207008"/>
          </a:xfrm>
          <a:prstGeom prst="mathMultiply">
            <a:avLst>
              <a:gd name="adj1" fmla="val 10649"/>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48" name="Google Shape;248;p53"/>
          <p:cNvSpPr/>
          <p:nvPr/>
        </p:nvSpPr>
        <p:spPr>
          <a:xfrm>
            <a:off x="5729234" y="4309868"/>
            <a:ext cx="2802118" cy="2548131"/>
          </a:xfrm>
          <a:prstGeom prst="mathMultiply">
            <a:avLst>
              <a:gd name="adj1" fmla="val 10649"/>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49" name="Google Shape;249;p53"/>
          <p:cNvSpPr/>
          <p:nvPr/>
        </p:nvSpPr>
        <p:spPr>
          <a:xfrm>
            <a:off x="688848" y="2615184"/>
            <a:ext cx="1143000" cy="1207008"/>
          </a:xfrm>
          <a:prstGeom prst="mathMultiply">
            <a:avLst>
              <a:gd name="adj1" fmla="val 10649"/>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graphicFrame>
        <p:nvGraphicFramePr>
          <p:cNvPr id="254" name="Google Shape;254;p54"/>
          <p:cNvGraphicFramePr/>
          <p:nvPr/>
        </p:nvGraphicFramePr>
        <p:xfrm>
          <a:off x="172402" y="1690180"/>
          <a:ext cx="3000000" cy="3000000"/>
        </p:xfrm>
        <a:graphic>
          <a:graphicData uri="http://schemas.openxmlformats.org/drawingml/2006/table">
            <a:tbl>
              <a:tblPr firstRow="1" bandRow="1">
                <a:noFill/>
                <a:tableStyleId>{D3B9FC35-CAD0-4D3F-BEBE-D09448F5CC3E}</a:tableStyleId>
              </a:tblPr>
              <a:tblGrid>
                <a:gridCol w="4639950">
                  <a:extLst>
                    <a:ext uri="{9D8B030D-6E8A-4147-A177-3AD203B41FA5}">
                      <a16:colId xmlns:a16="http://schemas.microsoft.com/office/drawing/2014/main" val="20000"/>
                    </a:ext>
                  </a:extLst>
                </a:gridCol>
              </a:tblGrid>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55" name="Google Shape;255;p54"/>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במה נתמקד בקורס זה?</a:t>
            </a:r>
            <a:endParaRPr/>
          </a:p>
        </p:txBody>
      </p:sp>
      <p:sp>
        <p:nvSpPr>
          <p:cNvPr id="256" name="Google Shape;256;p54"/>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18</a:t>
            </a:fld>
            <a:endParaRPr/>
          </a:p>
        </p:txBody>
      </p:sp>
      <p:pic>
        <p:nvPicPr>
          <p:cNvPr id="257" name="Google Shape;257;p54"/>
          <p:cNvPicPr preferRelativeResize="0"/>
          <p:nvPr/>
        </p:nvPicPr>
        <p:blipFill rotWithShape="1">
          <a:blip r:embed="rId3">
            <a:alphaModFix/>
          </a:blip>
          <a:srcRect l="12005" t="8" b="33382"/>
          <a:stretch/>
        </p:blipFill>
        <p:spPr>
          <a:xfrm>
            <a:off x="4754880" y="1596993"/>
            <a:ext cx="4887541" cy="5105559"/>
          </a:xfrm>
          <a:prstGeom prst="rect">
            <a:avLst/>
          </a:prstGeom>
          <a:noFill/>
          <a:ln>
            <a:noFill/>
          </a:ln>
        </p:spPr>
      </p:pic>
      <p:sp>
        <p:nvSpPr>
          <p:cNvPr id="258" name="Google Shape;258;p54"/>
          <p:cNvSpPr/>
          <p:nvPr/>
        </p:nvSpPr>
        <p:spPr>
          <a:xfrm>
            <a:off x="690372" y="4980273"/>
            <a:ext cx="8362188" cy="1722279"/>
          </a:xfrm>
          <a:prstGeom prst="rect">
            <a:avLst/>
          </a:prstGeom>
          <a:noFill/>
          <a:ln w="762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59" name="Google Shape;259;p54"/>
          <p:cNvSpPr txBox="1"/>
          <p:nvPr/>
        </p:nvSpPr>
        <p:spPr>
          <a:xfrm>
            <a:off x="886968" y="4583045"/>
            <a:ext cx="3867912" cy="23083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iw-IL" sz="7200" b="0" i="0" u="none" strike="noStrike" cap="none">
                <a:solidFill>
                  <a:srgbClr val="000000"/>
                </a:solidFill>
                <a:latin typeface="Arial"/>
                <a:ea typeface="Arial"/>
                <a:cs typeface="Arial"/>
                <a:sym typeface="Arial"/>
              </a:rPr>
              <a:t>מערכות ספרתיות </a:t>
            </a:r>
            <a:endParaRPr/>
          </a:p>
        </p:txBody>
      </p:sp>
      <p:sp>
        <p:nvSpPr>
          <p:cNvPr id="260" name="Google Shape;260;p54"/>
          <p:cNvSpPr txBox="1"/>
          <p:nvPr/>
        </p:nvSpPr>
        <p:spPr>
          <a:xfrm>
            <a:off x="829501" y="3780866"/>
            <a:ext cx="3785616"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iw-IL" sz="2400" b="0" i="0" u="none" strike="noStrike" cap="none">
                <a:solidFill>
                  <a:srgbClr val="000000"/>
                </a:solidFill>
                <a:latin typeface="Arial"/>
                <a:ea typeface="Arial"/>
                <a:cs typeface="Arial"/>
                <a:sym typeface="Arial"/>
              </a:rPr>
              <a:t>ארכיטקטורה וארגון המחשב (שנה ב, סמסטר א)</a:t>
            </a:r>
            <a:endParaRPr/>
          </a:p>
        </p:txBody>
      </p:sp>
      <p:sp>
        <p:nvSpPr>
          <p:cNvPr id="261" name="Google Shape;261;p54"/>
          <p:cNvSpPr txBox="1"/>
          <p:nvPr/>
        </p:nvSpPr>
        <p:spPr>
          <a:xfrm>
            <a:off x="281495" y="2642729"/>
            <a:ext cx="4622292"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iw-IL" sz="2400" b="0" i="0" u="none" strike="noStrike" cap="none">
                <a:solidFill>
                  <a:srgbClr val="000000"/>
                </a:solidFill>
                <a:latin typeface="Arial"/>
                <a:ea typeface="Arial"/>
                <a:cs typeface="Arial"/>
                <a:sym typeface="Arial"/>
              </a:rPr>
              <a:t>מערכות הפעלה (שנה ב, סמסטר ב)</a:t>
            </a:r>
            <a:endParaRPr/>
          </a:p>
        </p:txBody>
      </p:sp>
      <p:sp>
        <p:nvSpPr>
          <p:cNvPr id="262" name="Google Shape;262;p54"/>
          <p:cNvSpPr txBox="1"/>
          <p:nvPr/>
        </p:nvSpPr>
        <p:spPr>
          <a:xfrm>
            <a:off x="690372" y="1690180"/>
            <a:ext cx="3973068"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iw-IL" sz="2400" b="0" i="0" u="none" strike="noStrike" cap="none">
                <a:solidFill>
                  <a:srgbClr val="000000"/>
                </a:solidFill>
                <a:latin typeface="Arial"/>
                <a:ea typeface="Arial"/>
                <a:cs typeface="Arial"/>
                <a:sym typeface="Arial"/>
              </a:rPr>
              <a:t>מבוא למדעי המחשב</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graphicFrame>
        <p:nvGraphicFramePr>
          <p:cNvPr id="267" name="Google Shape;267;p55"/>
          <p:cNvGraphicFramePr/>
          <p:nvPr/>
        </p:nvGraphicFramePr>
        <p:xfrm>
          <a:off x="172402" y="1690180"/>
          <a:ext cx="3000000" cy="3000000"/>
        </p:xfrm>
        <a:graphic>
          <a:graphicData uri="http://schemas.openxmlformats.org/drawingml/2006/table">
            <a:tbl>
              <a:tblPr firstRow="1" bandRow="1">
                <a:noFill/>
                <a:tableStyleId>{D3B9FC35-CAD0-4D3F-BEBE-D09448F5CC3E}</a:tableStyleId>
              </a:tblPr>
              <a:tblGrid>
                <a:gridCol w="4639950">
                  <a:extLst>
                    <a:ext uri="{9D8B030D-6E8A-4147-A177-3AD203B41FA5}">
                      <a16:colId xmlns:a16="http://schemas.microsoft.com/office/drawing/2014/main" val="20000"/>
                    </a:ext>
                  </a:extLst>
                </a:gridCol>
              </a:tblGrid>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835400">
                <a:tc>
                  <a:txBody>
                    <a:bodyPr/>
                    <a:lstStyle/>
                    <a:p>
                      <a:pPr marL="0" marR="0" lvl="0" indent="0" algn="l" rtl="1">
                        <a:lnSpc>
                          <a:spcPct val="100000"/>
                        </a:lnSpc>
                        <a:spcBef>
                          <a:spcPts val="0"/>
                        </a:spcBef>
                        <a:spcAft>
                          <a:spcPts val="0"/>
                        </a:spcAft>
                        <a:buNone/>
                      </a:pP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68" name="Google Shape;268;p55"/>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במה נתמקד בקורס זה?</a:t>
            </a:r>
            <a:endParaRPr/>
          </a:p>
        </p:txBody>
      </p:sp>
      <p:sp>
        <p:nvSpPr>
          <p:cNvPr id="269" name="Google Shape;269;p55"/>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19</a:t>
            </a:fld>
            <a:endParaRPr/>
          </a:p>
        </p:txBody>
      </p:sp>
      <p:pic>
        <p:nvPicPr>
          <p:cNvPr id="270" name="Google Shape;270;p55"/>
          <p:cNvPicPr preferRelativeResize="0"/>
          <p:nvPr/>
        </p:nvPicPr>
        <p:blipFill rotWithShape="1">
          <a:blip r:embed="rId3">
            <a:alphaModFix/>
          </a:blip>
          <a:srcRect l="12005" t="44148" b="33382"/>
          <a:stretch/>
        </p:blipFill>
        <p:spPr>
          <a:xfrm>
            <a:off x="4754880" y="4980273"/>
            <a:ext cx="4887541" cy="1722279"/>
          </a:xfrm>
          <a:prstGeom prst="rect">
            <a:avLst/>
          </a:prstGeom>
          <a:noFill/>
          <a:ln>
            <a:noFill/>
          </a:ln>
        </p:spPr>
      </p:pic>
      <p:sp>
        <p:nvSpPr>
          <p:cNvPr id="271" name="Google Shape;271;p55"/>
          <p:cNvSpPr/>
          <p:nvPr/>
        </p:nvSpPr>
        <p:spPr>
          <a:xfrm>
            <a:off x="690372" y="4980273"/>
            <a:ext cx="8362188" cy="1722279"/>
          </a:xfrm>
          <a:prstGeom prst="rect">
            <a:avLst/>
          </a:prstGeom>
          <a:noFill/>
          <a:ln w="762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2" name="Google Shape;272;p55"/>
          <p:cNvSpPr txBox="1"/>
          <p:nvPr/>
        </p:nvSpPr>
        <p:spPr>
          <a:xfrm>
            <a:off x="886968" y="4583045"/>
            <a:ext cx="3867912" cy="23083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iw-IL" sz="7200" b="0" i="0" u="none" strike="noStrike" cap="none">
                <a:solidFill>
                  <a:srgbClr val="000000"/>
                </a:solidFill>
                <a:latin typeface="Arial"/>
                <a:ea typeface="Arial"/>
                <a:cs typeface="Arial"/>
                <a:sym typeface="Arial"/>
              </a:rPr>
              <a:t>מערכות ספרתיות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77" name="Google Shape;277;p13" descr="תמונה שמכילה צילום מסך, טקסט, חשיכה, גרפיקה&#10;&#10;תוכן בינה מלאכותית גנרטיבית עשוי להיות שגוי."/>
          <p:cNvPicPr preferRelativeResize="0"/>
          <p:nvPr/>
        </p:nvPicPr>
        <p:blipFill rotWithShape="1">
          <a:blip r:embed="rId3">
            <a:alphaModFix/>
          </a:blip>
          <a:srcRect/>
          <a:stretch/>
        </p:blipFill>
        <p:spPr>
          <a:xfrm>
            <a:off x="915682" y="0"/>
            <a:ext cx="7312636" cy="4087368"/>
          </a:xfrm>
          <a:prstGeom prst="rect">
            <a:avLst/>
          </a:prstGeom>
          <a:noFill/>
          <a:ln>
            <a:noFill/>
          </a:ln>
        </p:spPr>
      </p:pic>
      <p:sp>
        <p:nvSpPr>
          <p:cNvPr id="278" name="Google Shape;278;p13"/>
          <p:cNvSpPr txBox="1">
            <a:spLocks noGrp="1"/>
          </p:cNvSpPr>
          <p:nvPr>
            <p:ph type="ctrTitle"/>
          </p:nvPr>
        </p:nvSpPr>
        <p:spPr>
          <a:xfrm>
            <a:off x="685800" y="3355848"/>
            <a:ext cx="8077200" cy="1673400"/>
          </a:xfrm>
          <a:prstGeom prst="rect">
            <a:avLst/>
          </a:prstGeom>
          <a:noFill/>
          <a:ln>
            <a:noFill/>
          </a:ln>
        </p:spPr>
        <p:txBody>
          <a:bodyPr spcFirstLastPara="1" wrap="square" lIns="91425" tIns="0" rIns="45700" bIns="0" anchor="t" anchorCtr="0">
            <a:normAutofit/>
          </a:bodyPr>
          <a:lstStyle/>
          <a:p>
            <a:pPr marL="0" lvl="0" indent="0" algn="r" rtl="1">
              <a:lnSpc>
                <a:spcPct val="100000"/>
              </a:lnSpc>
              <a:spcBef>
                <a:spcPts val="0"/>
              </a:spcBef>
              <a:spcAft>
                <a:spcPts val="0"/>
              </a:spcAft>
              <a:buSzPts val="1400"/>
              <a:buNone/>
            </a:pPr>
            <a:r>
              <a:rPr lang="iw-IL"/>
              <a:t>מה נלמד בקורס?</a:t>
            </a:r>
            <a:endParaRPr/>
          </a:p>
        </p:txBody>
      </p:sp>
      <p:sp>
        <p:nvSpPr>
          <p:cNvPr id="279" name="Google Shape;279;p13"/>
          <p:cNvSpPr txBox="1">
            <a:spLocks noGrp="1"/>
          </p:cNvSpPr>
          <p:nvPr>
            <p:ph type="sldNum" idx="12"/>
          </p:nvPr>
        </p:nvSpPr>
        <p:spPr>
          <a:xfrm>
            <a:off x="8204200" y="6477000"/>
            <a:ext cx="733500" cy="274500"/>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56"/>
          <p:cNvSpPr txBox="1">
            <a:spLocks noGrp="1"/>
          </p:cNvSpPr>
          <p:nvPr>
            <p:ph type="title"/>
          </p:nvPr>
        </p:nvSpPr>
        <p:spPr>
          <a:xfrm>
            <a:off x="457200" y="155448"/>
            <a:ext cx="8229600" cy="1252800"/>
          </a:xfrm>
          <a:prstGeom prst="rect">
            <a:avLst/>
          </a:prstGeom>
          <a:noFill/>
          <a:ln>
            <a:noFill/>
          </a:ln>
        </p:spPr>
        <p:txBody>
          <a:bodyPr spcFirstLastPara="1" wrap="square" lIns="91425" tIns="45700" rIns="45700" bIns="45700" anchor="ctr" anchorCtr="0">
            <a:normAutofit fontScale="90000"/>
          </a:bodyPr>
          <a:lstStyle/>
          <a:p>
            <a:pPr marL="0" lvl="0" indent="0" algn="r" rtl="1">
              <a:lnSpc>
                <a:spcPct val="100000"/>
              </a:lnSpc>
              <a:spcBef>
                <a:spcPts val="0"/>
              </a:spcBef>
              <a:spcAft>
                <a:spcPts val="0"/>
              </a:spcAft>
              <a:buSzPct val="34568"/>
              <a:buNone/>
            </a:pPr>
            <a:r>
              <a:rPr lang="iw-IL"/>
              <a:t>במה נתמקד בקורס זה? </a:t>
            </a:r>
            <a:br>
              <a:rPr lang="iw-IL"/>
            </a:br>
            <a:r>
              <a:rPr lang="iw-IL"/>
              <a:t>1. מתמטיקה בינארית ופעולות בסיסיות</a:t>
            </a:r>
            <a:endParaRPr/>
          </a:p>
        </p:txBody>
      </p:sp>
      <p:sp>
        <p:nvSpPr>
          <p:cNvPr id="286" name="Google Shape;286;p56"/>
          <p:cNvSpPr txBox="1">
            <a:spLocks noGrp="1"/>
          </p:cNvSpPr>
          <p:nvPr>
            <p:ph type="sldNum" idx="12"/>
          </p:nvPr>
        </p:nvSpPr>
        <p:spPr>
          <a:xfrm>
            <a:off x="8204200" y="6477000"/>
            <a:ext cx="733500" cy="274500"/>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21</a:t>
            </a:fld>
            <a:endParaRPr/>
          </a:p>
        </p:txBody>
      </p:sp>
      <p:sp>
        <p:nvSpPr>
          <p:cNvPr id="287" name="Google Shape;287;p56"/>
          <p:cNvSpPr txBox="1">
            <a:spLocks noGrp="1"/>
          </p:cNvSpPr>
          <p:nvPr>
            <p:ph type="body" idx="1"/>
          </p:nvPr>
        </p:nvSpPr>
        <p:spPr>
          <a:xfrm>
            <a:off x="7070" y="1447800"/>
            <a:ext cx="9060600" cy="4626000"/>
          </a:xfrm>
          <a:prstGeom prst="rect">
            <a:avLst/>
          </a:prstGeom>
          <a:noFill/>
          <a:ln>
            <a:noFill/>
          </a:ln>
        </p:spPr>
        <p:txBody>
          <a:bodyPr spcFirstLastPara="1" wrap="square" lIns="54850" tIns="91425" rIns="91425" bIns="45700" anchor="t" anchorCtr="0">
            <a:noAutofit/>
          </a:bodyPr>
          <a:lstStyle/>
          <a:p>
            <a:pPr marL="438150" lvl="0" indent="-156527" algn="r" rtl="1">
              <a:lnSpc>
                <a:spcPct val="100000"/>
              </a:lnSpc>
              <a:spcBef>
                <a:spcPts val="0"/>
              </a:spcBef>
              <a:spcAft>
                <a:spcPts val="0"/>
              </a:spcAft>
              <a:buSzPts val="2560"/>
              <a:buNone/>
            </a:pPr>
            <a:endParaRPr/>
          </a:p>
        </p:txBody>
      </p:sp>
      <p:pic>
        <p:nvPicPr>
          <p:cNvPr id="288" name="Google Shape;288;p56"/>
          <p:cNvPicPr preferRelativeResize="0"/>
          <p:nvPr/>
        </p:nvPicPr>
        <p:blipFill rotWithShape="1">
          <a:blip r:embed="rId3">
            <a:alphaModFix/>
          </a:blip>
          <a:srcRect/>
          <a:stretch/>
        </p:blipFill>
        <p:spPr>
          <a:xfrm>
            <a:off x="2294506" y="1467730"/>
            <a:ext cx="4554988" cy="539027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57"/>
          <p:cNvSpPr txBox="1">
            <a:spLocks noGrp="1"/>
          </p:cNvSpPr>
          <p:nvPr>
            <p:ph type="title"/>
          </p:nvPr>
        </p:nvSpPr>
        <p:spPr>
          <a:xfrm>
            <a:off x="457200" y="155448"/>
            <a:ext cx="8229600" cy="1252800"/>
          </a:xfrm>
          <a:prstGeom prst="rect">
            <a:avLst/>
          </a:prstGeom>
          <a:noFill/>
          <a:ln>
            <a:noFill/>
          </a:ln>
        </p:spPr>
        <p:txBody>
          <a:bodyPr spcFirstLastPara="1" wrap="square" lIns="91425" tIns="45700" rIns="45700" bIns="45700" anchor="ctr" anchorCtr="0">
            <a:normAutofit fontScale="90000"/>
          </a:bodyPr>
          <a:lstStyle/>
          <a:p>
            <a:pPr marL="0" lvl="0" indent="0" algn="r" rtl="1">
              <a:lnSpc>
                <a:spcPct val="100000"/>
              </a:lnSpc>
              <a:spcBef>
                <a:spcPts val="0"/>
              </a:spcBef>
              <a:spcAft>
                <a:spcPts val="0"/>
              </a:spcAft>
              <a:buSzPct val="34568"/>
              <a:buNone/>
            </a:pPr>
            <a:r>
              <a:rPr lang="iw-IL"/>
              <a:t>במה נתמקד בקורס זה? </a:t>
            </a:r>
            <a:br>
              <a:rPr lang="iw-IL"/>
            </a:br>
            <a:r>
              <a:rPr lang="iw-IL"/>
              <a:t>3. מכונות מצבים</a:t>
            </a:r>
            <a:endParaRPr/>
          </a:p>
        </p:txBody>
      </p:sp>
      <p:sp>
        <p:nvSpPr>
          <p:cNvPr id="295" name="Google Shape;295;p57"/>
          <p:cNvSpPr txBox="1">
            <a:spLocks noGrp="1"/>
          </p:cNvSpPr>
          <p:nvPr>
            <p:ph type="sldNum" idx="12"/>
          </p:nvPr>
        </p:nvSpPr>
        <p:spPr>
          <a:xfrm>
            <a:off x="8204200" y="6477000"/>
            <a:ext cx="733500" cy="274500"/>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22</a:t>
            </a:fld>
            <a:endParaRPr/>
          </a:p>
        </p:txBody>
      </p:sp>
      <p:sp>
        <p:nvSpPr>
          <p:cNvPr id="296" name="Google Shape;296;p57"/>
          <p:cNvSpPr txBox="1">
            <a:spLocks noGrp="1"/>
          </p:cNvSpPr>
          <p:nvPr>
            <p:ph type="body" idx="1"/>
          </p:nvPr>
        </p:nvSpPr>
        <p:spPr>
          <a:xfrm>
            <a:off x="7070" y="1447800"/>
            <a:ext cx="9060600" cy="4626000"/>
          </a:xfrm>
          <a:prstGeom prst="rect">
            <a:avLst/>
          </a:prstGeom>
          <a:noFill/>
          <a:ln>
            <a:noFill/>
          </a:ln>
        </p:spPr>
        <p:txBody>
          <a:bodyPr spcFirstLastPara="1" wrap="square" lIns="54850" tIns="91425" rIns="91425" bIns="45700" anchor="t" anchorCtr="0">
            <a:noAutofit/>
          </a:bodyPr>
          <a:lstStyle/>
          <a:p>
            <a:pPr marL="438150" lvl="0" indent="-156527" algn="r" rtl="1">
              <a:lnSpc>
                <a:spcPct val="100000"/>
              </a:lnSpc>
              <a:spcBef>
                <a:spcPts val="0"/>
              </a:spcBef>
              <a:spcAft>
                <a:spcPts val="0"/>
              </a:spcAft>
              <a:buSzPts val="2560"/>
              <a:buNone/>
            </a:pPr>
            <a:endParaRPr/>
          </a:p>
        </p:txBody>
      </p:sp>
      <p:pic>
        <p:nvPicPr>
          <p:cNvPr id="297" name="Google Shape;297;p57"/>
          <p:cNvPicPr preferRelativeResize="0"/>
          <p:nvPr/>
        </p:nvPicPr>
        <p:blipFill rotWithShape="1">
          <a:blip r:embed="rId3">
            <a:alphaModFix/>
          </a:blip>
          <a:srcRect/>
          <a:stretch/>
        </p:blipFill>
        <p:spPr>
          <a:xfrm>
            <a:off x="2187775" y="1447800"/>
            <a:ext cx="4372485" cy="515493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58"/>
          <p:cNvSpPr txBox="1">
            <a:spLocks noGrp="1"/>
          </p:cNvSpPr>
          <p:nvPr>
            <p:ph type="title"/>
          </p:nvPr>
        </p:nvSpPr>
        <p:spPr>
          <a:xfrm>
            <a:off x="457200" y="155448"/>
            <a:ext cx="8229600" cy="1252800"/>
          </a:xfrm>
          <a:prstGeom prst="rect">
            <a:avLst/>
          </a:prstGeom>
          <a:noFill/>
          <a:ln>
            <a:noFill/>
          </a:ln>
        </p:spPr>
        <p:txBody>
          <a:bodyPr spcFirstLastPara="1" wrap="square" lIns="91425" tIns="45700" rIns="45700" bIns="45700" anchor="ctr" anchorCtr="0">
            <a:normAutofit fontScale="90000"/>
          </a:bodyPr>
          <a:lstStyle/>
          <a:p>
            <a:pPr marL="0" lvl="0" indent="0" algn="r" rtl="1">
              <a:lnSpc>
                <a:spcPct val="100000"/>
              </a:lnSpc>
              <a:spcBef>
                <a:spcPts val="0"/>
              </a:spcBef>
              <a:spcAft>
                <a:spcPts val="0"/>
              </a:spcAft>
              <a:buSzPct val="34568"/>
              <a:buNone/>
            </a:pPr>
            <a:r>
              <a:rPr lang="iw-IL"/>
              <a:t>במה נתמקד בקורס זה? </a:t>
            </a:r>
            <a:br>
              <a:rPr lang="iw-IL"/>
            </a:br>
            <a:r>
              <a:rPr lang="iw-IL"/>
              <a:t>4. אבני הבניין הבסיסים ליצירת מחשב</a:t>
            </a:r>
            <a:endParaRPr/>
          </a:p>
        </p:txBody>
      </p:sp>
      <p:sp>
        <p:nvSpPr>
          <p:cNvPr id="304" name="Google Shape;304;p58"/>
          <p:cNvSpPr txBox="1">
            <a:spLocks noGrp="1"/>
          </p:cNvSpPr>
          <p:nvPr>
            <p:ph type="sldNum" idx="12"/>
          </p:nvPr>
        </p:nvSpPr>
        <p:spPr>
          <a:xfrm>
            <a:off x="8204200" y="6477000"/>
            <a:ext cx="733500" cy="274500"/>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23</a:t>
            </a:fld>
            <a:endParaRPr/>
          </a:p>
        </p:txBody>
      </p:sp>
      <p:sp>
        <p:nvSpPr>
          <p:cNvPr id="305" name="Google Shape;305;p58"/>
          <p:cNvSpPr txBox="1">
            <a:spLocks noGrp="1"/>
          </p:cNvSpPr>
          <p:nvPr>
            <p:ph type="body" idx="1"/>
          </p:nvPr>
        </p:nvSpPr>
        <p:spPr>
          <a:xfrm>
            <a:off x="7070" y="1447800"/>
            <a:ext cx="9060600" cy="4626000"/>
          </a:xfrm>
          <a:prstGeom prst="rect">
            <a:avLst/>
          </a:prstGeom>
          <a:noFill/>
          <a:ln>
            <a:noFill/>
          </a:ln>
        </p:spPr>
        <p:txBody>
          <a:bodyPr spcFirstLastPara="1" wrap="square" lIns="54850" tIns="91425" rIns="91425" bIns="45700" anchor="t" anchorCtr="0">
            <a:noAutofit/>
          </a:bodyPr>
          <a:lstStyle/>
          <a:p>
            <a:pPr marL="438150" lvl="0" indent="-156527" algn="r" rtl="1">
              <a:lnSpc>
                <a:spcPct val="100000"/>
              </a:lnSpc>
              <a:spcBef>
                <a:spcPts val="0"/>
              </a:spcBef>
              <a:spcAft>
                <a:spcPts val="0"/>
              </a:spcAft>
              <a:buSzPts val="2560"/>
              <a:buNone/>
            </a:pPr>
            <a:endParaRPr/>
          </a:p>
        </p:txBody>
      </p:sp>
      <p:pic>
        <p:nvPicPr>
          <p:cNvPr id="306" name="Google Shape;306;p58"/>
          <p:cNvPicPr preferRelativeResize="0"/>
          <p:nvPr/>
        </p:nvPicPr>
        <p:blipFill rotWithShape="1">
          <a:blip r:embed="rId3">
            <a:alphaModFix/>
          </a:blip>
          <a:srcRect/>
          <a:stretch/>
        </p:blipFill>
        <p:spPr>
          <a:xfrm>
            <a:off x="2555568" y="1536192"/>
            <a:ext cx="4032863" cy="516636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15"/>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solidFill>
                  <a:srgbClr val="FFC700"/>
                </a:solidFill>
              </a:rPr>
              <a:t>מטרות הקורס</a:t>
            </a:r>
            <a:endParaRPr>
              <a:solidFill>
                <a:srgbClr val="FFC700"/>
              </a:solidFill>
            </a:endParaRPr>
          </a:p>
        </p:txBody>
      </p:sp>
      <p:sp>
        <p:nvSpPr>
          <p:cNvPr id="321" name="Google Shape;321;p15"/>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24</a:t>
            </a:fld>
            <a:endParaRPr/>
          </a:p>
        </p:txBody>
      </p:sp>
      <p:cxnSp>
        <p:nvCxnSpPr>
          <p:cNvPr id="322" name="Google Shape;322;p15"/>
          <p:cNvCxnSpPr/>
          <p:nvPr/>
        </p:nvCxnSpPr>
        <p:spPr>
          <a:xfrm>
            <a:off x="206375" y="1524000"/>
            <a:ext cx="3582300" cy="5269800"/>
          </a:xfrm>
          <a:prstGeom prst="straightConnector1">
            <a:avLst/>
          </a:prstGeom>
          <a:noFill/>
          <a:ln w="76200" cap="flat" cmpd="sng">
            <a:solidFill>
              <a:srgbClr val="002060"/>
            </a:solidFill>
            <a:prstDash val="solid"/>
            <a:round/>
            <a:headEnd type="none" w="sm" len="sm"/>
            <a:tailEnd type="none" w="sm" len="sm"/>
          </a:ln>
        </p:spPr>
      </p:cxnSp>
      <p:cxnSp>
        <p:nvCxnSpPr>
          <p:cNvPr id="323" name="Google Shape;323;p15"/>
          <p:cNvCxnSpPr/>
          <p:nvPr/>
        </p:nvCxnSpPr>
        <p:spPr>
          <a:xfrm flipH="1">
            <a:off x="5387426" y="1600200"/>
            <a:ext cx="3550200" cy="5148600"/>
          </a:xfrm>
          <a:prstGeom prst="straightConnector1">
            <a:avLst/>
          </a:prstGeom>
          <a:noFill/>
          <a:ln w="76200" cap="flat" cmpd="sng">
            <a:solidFill>
              <a:srgbClr val="002060"/>
            </a:solidFill>
            <a:prstDash val="solid"/>
            <a:round/>
            <a:headEnd type="none" w="sm" len="sm"/>
            <a:tailEnd type="none" w="sm" len="sm"/>
          </a:ln>
        </p:spPr>
      </p:cxnSp>
      <p:sp>
        <p:nvSpPr>
          <p:cNvPr id="324" name="Google Shape;324;p15"/>
          <p:cNvSpPr txBox="1"/>
          <p:nvPr/>
        </p:nvSpPr>
        <p:spPr>
          <a:xfrm>
            <a:off x="1212850" y="1495038"/>
            <a:ext cx="6991350" cy="120028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1">
              <a:lnSpc>
                <a:spcPct val="100000"/>
              </a:lnSpc>
              <a:spcBef>
                <a:spcPts val="0"/>
              </a:spcBef>
              <a:spcAft>
                <a:spcPts val="0"/>
              </a:spcAft>
              <a:buNone/>
            </a:pPr>
            <a:r>
              <a:rPr lang="iw-IL" sz="3600" b="0" i="0" u="none" strike="noStrike" cap="none">
                <a:solidFill>
                  <a:schemeClr val="dk1"/>
                </a:solidFill>
                <a:latin typeface="Verdana"/>
                <a:ea typeface="Verdana"/>
                <a:cs typeface="Verdana"/>
                <a:sym typeface="Verdana"/>
              </a:rPr>
              <a:t>1.</a:t>
            </a:r>
            <a:r>
              <a:rPr lang="iw-IL" sz="3600" b="0" i="0" u="none" strike="noStrike" cap="none">
                <a:solidFill>
                  <a:srgbClr val="000000"/>
                </a:solidFill>
                <a:latin typeface="Arial"/>
                <a:ea typeface="Arial"/>
                <a:cs typeface="Arial"/>
                <a:sym typeface="Arial"/>
              </a:rPr>
              <a:t> מתמטיקה בינארית ופעולות בסיסיות</a:t>
            </a:r>
            <a:r>
              <a:rPr lang="iw-IL" sz="3600" b="0" i="0" u="none" strike="noStrike" cap="none">
                <a:solidFill>
                  <a:schemeClr val="dk1"/>
                </a:solidFill>
                <a:latin typeface="Verdana"/>
                <a:ea typeface="Verdana"/>
                <a:cs typeface="Verdana"/>
                <a:sym typeface="Verdana"/>
              </a:rPr>
              <a:t> </a:t>
            </a:r>
            <a:endParaRPr sz="3600" b="0" i="0" u="none" strike="noStrike" cap="none">
              <a:solidFill>
                <a:schemeClr val="dk1"/>
              </a:solidFill>
              <a:latin typeface="Arial"/>
              <a:ea typeface="Arial"/>
              <a:cs typeface="Arial"/>
              <a:sym typeface="Arial"/>
            </a:endParaRPr>
          </a:p>
        </p:txBody>
      </p:sp>
      <p:sp>
        <p:nvSpPr>
          <p:cNvPr id="325" name="Google Shape;325;p15"/>
          <p:cNvSpPr txBox="1"/>
          <p:nvPr/>
        </p:nvSpPr>
        <p:spPr>
          <a:xfrm>
            <a:off x="2566415" y="2782188"/>
            <a:ext cx="3908426" cy="64629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1">
              <a:lnSpc>
                <a:spcPct val="100000"/>
              </a:lnSpc>
              <a:spcBef>
                <a:spcPts val="0"/>
              </a:spcBef>
              <a:spcAft>
                <a:spcPts val="0"/>
              </a:spcAft>
              <a:buNone/>
            </a:pPr>
            <a:r>
              <a:rPr lang="iw-IL" sz="3600" b="0" i="0" u="none" strike="noStrike" cap="none">
                <a:solidFill>
                  <a:schemeClr val="dk1"/>
                </a:solidFill>
                <a:latin typeface="Verdana"/>
                <a:ea typeface="Verdana"/>
                <a:cs typeface="Verdana"/>
                <a:sym typeface="Verdana"/>
              </a:rPr>
              <a:t>2.</a:t>
            </a:r>
            <a:r>
              <a:rPr lang="iw-IL" sz="3600" b="0" i="0" u="none" strike="noStrike" cap="none">
                <a:solidFill>
                  <a:srgbClr val="000000"/>
                </a:solidFill>
                <a:latin typeface="Arial"/>
                <a:ea typeface="Arial"/>
                <a:cs typeface="Arial"/>
                <a:sym typeface="Arial"/>
              </a:rPr>
              <a:t> מכונות מצבים</a:t>
            </a:r>
            <a:endParaRPr sz="3600" b="0" i="0" u="none" strike="noStrike" cap="none">
              <a:solidFill>
                <a:schemeClr val="dk1"/>
              </a:solidFill>
              <a:latin typeface="Arial"/>
              <a:ea typeface="Arial"/>
              <a:cs typeface="Arial"/>
              <a:sym typeface="Arial"/>
            </a:endParaRPr>
          </a:p>
        </p:txBody>
      </p:sp>
      <p:sp>
        <p:nvSpPr>
          <p:cNvPr id="326" name="Google Shape;326;p15"/>
          <p:cNvSpPr txBox="1"/>
          <p:nvPr/>
        </p:nvSpPr>
        <p:spPr>
          <a:xfrm>
            <a:off x="2509685" y="3527582"/>
            <a:ext cx="4021886" cy="1754286"/>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1">
              <a:lnSpc>
                <a:spcPct val="100000"/>
              </a:lnSpc>
              <a:spcBef>
                <a:spcPts val="0"/>
              </a:spcBef>
              <a:spcAft>
                <a:spcPts val="0"/>
              </a:spcAft>
              <a:buNone/>
            </a:pPr>
            <a:r>
              <a:rPr lang="iw-IL" sz="3600" b="0" i="0" u="none" strike="noStrike" cap="none">
                <a:solidFill>
                  <a:srgbClr val="000000"/>
                </a:solidFill>
                <a:latin typeface="Arial"/>
                <a:ea typeface="Arial"/>
                <a:cs typeface="Arial"/>
                <a:sym typeface="Arial"/>
              </a:rPr>
              <a:t>3.אבני הבניין הבסיסים ליצירת מחשב</a:t>
            </a:r>
            <a:endParaRPr sz="3600" b="0" i="0" u="none" strike="noStrike" cap="none">
              <a:solidFill>
                <a:schemeClr val="dk1"/>
              </a:solidFill>
              <a:latin typeface="Arial"/>
              <a:ea typeface="Arial"/>
              <a:cs typeface="Arial"/>
              <a:sym typeface="Arial"/>
            </a:endParaRPr>
          </a:p>
        </p:txBody>
      </p:sp>
      <p:sp>
        <p:nvSpPr>
          <p:cNvPr id="327" name="Google Shape;327;p15"/>
          <p:cNvSpPr txBox="1"/>
          <p:nvPr/>
        </p:nvSpPr>
        <p:spPr>
          <a:xfrm rot="3371514">
            <a:off x="-13418" y="4574949"/>
            <a:ext cx="4021886" cy="64629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1">
              <a:lnSpc>
                <a:spcPct val="100000"/>
              </a:lnSpc>
              <a:spcBef>
                <a:spcPts val="0"/>
              </a:spcBef>
              <a:spcAft>
                <a:spcPts val="0"/>
              </a:spcAft>
              <a:buNone/>
            </a:pPr>
            <a:r>
              <a:rPr lang="he-IL" sz="3600" b="0" i="0" u="none" strike="noStrike" cap="none">
                <a:solidFill>
                  <a:srgbClr val="000000"/>
                </a:solidFill>
                <a:latin typeface="Arial"/>
                <a:ea typeface="Arial"/>
                <a:cs typeface="Arial"/>
                <a:sym typeface="Arial"/>
              </a:rPr>
              <a:t>תכנות לוח </a:t>
            </a:r>
            <a:r>
              <a:rPr lang="en-US" sz="3600" b="0" i="0" u="none" strike="noStrike" cap="none">
                <a:solidFill>
                  <a:srgbClr val="000000"/>
                </a:solidFill>
                <a:latin typeface="Arial"/>
                <a:ea typeface="Arial"/>
                <a:cs typeface="Arial"/>
                <a:sym typeface="Arial"/>
              </a:rPr>
              <a:t>FPGA</a:t>
            </a:r>
            <a:endParaRPr sz="3600" b="0" i="0" u="none" strike="noStrike" cap="non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60"/>
          <p:cNvSpPr txBox="1">
            <a:spLocks noGrp="1"/>
          </p:cNvSpPr>
          <p:nvPr>
            <p:ph type="title"/>
          </p:nvPr>
        </p:nvSpPr>
        <p:spPr>
          <a:xfrm>
            <a:off x="457200" y="155448"/>
            <a:ext cx="8229600" cy="1252800"/>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solidFill>
                  <a:srgbClr val="FFC700"/>
                </a:solidFill>
              </a:rPr>
              <a:t>מה תדעו בסוף הקורס?</a:t>
            </a:r>
            <a:endParaRPr>
              <a:solidFill>
                <a:srgbClr val="FFC700"/>
              </a:solidFill>
            </a:endParaRPr>
          </a:p>
        </p:txBody>
      </p:sp>
      <p:sp>
        <p:nvSpPr>
          <p:cNvPr id="333" name="Google Shape;333;p60"/>
          <p:cNvSpPr txBox="1">
            <a:spLocks noGrp="1"/>
          </p:cNvSpPr>
          <p:nvPr>
            <p:ph type="body" idx="1"/>
          </p:nvPr>
        </p:nvSpPr>
        <p:spPr>
          <a:xfrm>
            <a:off x="457200" y="1774825"/>
            <a:ext cx="8229600" cy="4626000"/>
          </a:xfrm>
          <a:prstGeom prst="rect">
            <a:avLst/>
          </a:prstGeom>
          <a:noFill/>
          <a:ln>
            <a:noFill/>
          </a:ln>
        </p:spPr>
        <p:txBody>
          <a:bodyPr spcFirstLastPara="1" wrap="square" lIns="54850" tIns="91425" rIns="91425" bIns="45700" anchor="t" anchorCtr="0">
            <a:noAutofit/>
          </a:bodyPr>
          <a:lstStyle/>
          <a:p>
            <a:pPr marL="457200" lvl="0" indent="-320040" algn="r" rtl="1">
              <a:lnSpc>
                <a:spcPct val="100000"/>
              </a:lnSpc>
              <a:spcBef>
                <a:spcPts val="0"/>
              </a:spcBef>
              <a:spcAft>
                <a:spcPts val="0"/>
              </a:spcAft>
              <a:buSzPts val="1440"/>
              <a:buChar char="◼"/>
            </a:pPr>
            <a:r>
              <a:rPr lang="iw-IL"/>
              <a:t>לבצע חישובים והמרות במספרים בינאריים, הקסדצימליים, בנקודה קבועה וצפה, כולל פעולות חיבור.</a:t>
            </a:r>
            <a:endParaRPr/>
          </a:p>
          <a:p>
            <a:pPr marL="457200" lvl="0" indent="-320040" algn="r" rtl="1">
              <a:lnSpc>
                <a:spcPct val="100000"/>
              </a:lnSpc>
              <a:spcBef>
                <a:spcPts val="0"/>
              </a:spcBef>
              <a:spcAft>
                <a:spcPts val="0"/>
              </a:spcAft>
              <a:buSzPts val="1440"/>
              <a:buChar char="◼"/>
            </a:pPr>
            <a:r>
              <a:rPr lang="iw-IL"/>
              <a:t>לתכנן ולממש מעגלים לוגיים צירופיים ורציפים, כגון מרבבים, מפענחים ויחידות אריתמטיות (חיבורים, מפחיתים, ALUs), תוך שימוש בעקרונות תכנון.</a:t>
            </a:r>
            <a:endParaRPr/>
          </a:p>
          <a:p>
            <a:pPr marL="457200" lvl="0" indent="-320040" algn="r" rtl="1">
              <a:lnSpc>
                <a:spcPct val="100000"/>
              </a:lnSpc>
              <a:spcBef>
                <a:spcPts val="0"/>
              </a:spcBef>
              <a:spcAft>
                <a:spcPts val="0"/>
              </a:spcAft>
              <a:buSzPts val="1440"/>
              <a:buChar char="◼"/>
            </a:pPr>
            <a:r>
              <a:rPr lang="iw-IL"/>
              <a:t>להשתמש באלגברה בוליאנית ומפות קרנו לפישוט משוואות והוכחות לוגיות.</a:t>
            </a:r>
            <a:endParaRPr/>
          </a:p>
        </p:txBody>
      </p:sp>
      <p:sp>
        <p:nvSpPr>
          <p:cNvPr id="334" name="Google Shape;334;p60"/>
          <p:cNvSpPr txBox="1">
            <a:spLocks noGrp="1"/>
          </p:cNvSpPr>
          <p:nvPr>
            <p:ph type="sldNum" idx="12"/>
          </p:nvPr>
        </p:nvSpPr>
        <p:spPr>
          <a:xfrm>
            <a:off x="8204200" y="6477000"/>
            <a:ext cx="733500" cy="274500"/>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g4b90bdec2f950e3c_236"/>
          <p:cNvSpPr txBox="1">
            <a:spLocks noGrp="1"/>
          </p:cNvSpPr>
          <p:nvPr>
            <p:ph type="title"/>
          </p:nvPr>
        </p:nvSpPr>
        <p:spPr>
          <a:xfrm>
            <a:off x="457200" y="155448"/>
            <a:ext cx="8229600" cy="1252800"/>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solidFill>
                  <a:srgbClr val="FFC700"/>
                </a:solidFill>
              </a:rPr>
              <a:t>מה תדעו בסוף הקורס?</a:t>
            </a:r>
            <a:endParaRPr>
              <a:solidFill>
                <a:srgbClr val="FFC700"/>
              </a:solidFill>
            </a:endParaRPr>
          </a:p>
        </p:txBody>
      </p:sp>
      <p:sp>
        <p:nvSpPr>
          <p:cNvPr id="340" name="Google Shape;340;g4b90bdec2f950e3c_236"/>
          <p:cNvSpPr txBox="1">
            <a:spLocks noGrp="1"/>
          </p:cNvSpPr>
          <p:nvPr>
            <p:ph type="body" idx="1"/>
          </p:nvPr>
        </p:nvSpPr>
        <p:spPr>
          <a:xfrm>
            <a:off x="457200" y="1774825"/>
            <a:ext cx="8229600" cy="4626000"/>
          </a:xfrm>
          <a:prstGeom prst="rect">
            <a:avLst/>
          </a:prstGeom>
          <a:noFill/>
          <a:ln>
            <a:noFill/>
          </a:ln>
        </p:spPr>
        <p:txBody>
          <a:bodyPr spcFirstLastPara="1" wrap="square" lIns="54850" tIns="91425" rIns="91425" bIns="45700" anchor="t" anchorCtr="0">
            <a:noAutofit/>
          </a:bodyPr>
          <a:lstStyle/>
          <a:p>
            <a:pPr marL="457200" lvl="0" indent="-320040" algn="r" rtl="1">
              <a:lnSpc>
                <a:spcPct val="100000"/>
              </a:lnSpc>
              <a:spcBef>
                <a:spcPts val="0"/>
              </a:spcBef>
              <a:spcAft>
                <a:spcPts val="0"/>
              </a:spcAft>
              <a:buSzPts val="1440"/>
              <a:buChar char="◼"/>
            </a:pPr>
            <a:r>
              <a:rPr lang="iw-IL"/>
              <a:t>לתכנן מכונות מצב סופיות (Moore, Mealy) עם אוטומטים ולנתח תזמון, סטיית שעון וסנכרון.</a:t>
            </a:r>
            <a:endParaRPr/>
          </a:p>
          <a:p>
            <a:pPr marL="457200" lvl="0" indent="-320040" algn="r" rtl="1">
              <a:lnSpc>
                <a:spcPct val="100000"/>
              </a:lnSpc>
              <a:spcBef>
                <a:spcPts val="0"/>
              </a:spcBef>
              <a:spcAft>
                <a:spcPts val="0"/>
              </a:spcAft>
              <a:buSzPts val="1440"/>
              <a:buChar char="◼"/>
            </a:pPr>
            <a:r>
              <a:rPr lang="iw-IL"/>
              <a:t>לממש רכיבי זיכרון (תפסים, דלגלגים, מונים, משארים, RAM, ROM) ומערכי זיכרון.</a:t>
            </a:r>
            <a:endParaRPr/>
          </a:p>
          <a:p>
            <a:pPr marL="457200" lvl="0" indent="-320040" algn="r" rtl="1">
              <a:lnSpc>
                <a:spcPct val="100000"/>
              </a:lnSpc>
              <a:spcBef>
                <a:spcPts val="0"/>
              </a:spcBef>
              <a:spcAft>
                <a:spcPts val="0"/>
              </a:spcAft>
              <a:buSzPts val="1440"/>
              <a:buChar char="◼"/>
            </a:pPr>
            <a:r>
              <a:rPr lang="iw-IL"/>
              <a:t>להשתמש בכלי בינה מלאכותית</a:t>
            </a:r>
            <a:r>
              <a:rPr lang="en-US"/>
              <a:t> </a:t>
            </a:r>
            <a:r>
              <a:rPr lang="iw-IL"/>
              <a:t>לתכנון, סימולציה ובדיקה של מעגלים ספרתיים, ולבקר את התוצרים.</a:t>
            </a:r>
            <a:endParaRPr/>
          </a:p>
        </p:txBody>
      </p:sp>
      <p:sp>
        <p:nvSpPr>
          <p:cNvPr id="341" name="Google Shape;341;g4b90bdec2f950e3c_236"/>
          <p:cNvSpPr txBox="1">
            <a:spLocks noGrp="1"/>
          </p:cNvSpPr>
          <p:nvPr>
            <p:ph type="sldNum" idx="12"/>
          </p:nvPr>
        </p:nvSpPr>
        <p:spPr>
          <a:xfrm>
            <a:off x="8204200" y="6477000"/>
            <a:ext cx="733500" cy="274500"/>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18"/>
          <p:cNvSpPr txBox="1">
            <a:spLocks noGrp="1"/>
          </p:cNvSpPr>
          <p:nvPr>
            <p:ph type="ctrTitle"/>
          </p:nvPr>
        </p:nvSpPr>
        <p:spPr>
          <a:xfrm>
            <a:off x="685800" y="3355848"/>
            <a:ext cx="8077200" cy="1673352"/>
          </a:xfrm>
          <a:prstGeom prst="rect">
            <a:avLst/>
          </a:prstGeom>
          <a:noFill/>
          <a:ln>
            <a:noFill/>
          </a:ln>
        </p:spPr>
        <p:txBody>
          <a:bodyPr spcFirstLastPara="1" wrap="square" lIns="91425" tIns="0" rIns="45700" bIns="0" anchor="t" anchorCtr="0">
            <a:normAutofit/>
          </a:bodyPr>
          <a:lstStyle/>
          <a:p>
            <a:pPr marL="0" lvl="0" indent="0" algn="r" rtl="1">
              <a:lnSpc>
                <a:spcPct val="100000"/>
              </a:lnSpc>
              <a:spcBef>
                <a:spcPts val="0"/>
              </a:spcBef>
              <a:spcAft>
                <a:spcPts val="0"/>
              </a:spcAft>
              <a:buSzPts val="1400"/>
              <a:buNone/>
            </a:pPr>
            <a:r>
              <a:rPr lang="iw-IL"/>
              <a:t>איך נלמד את החומר? </a:t>
            </a:r>
            <a:endParaRPr/>
          </a:p>
        </p:txBody>
      </p:sp>
      <p:sp>
        <p:nvSpPr>
          <p:cNvPr id="347" name="Google Shape;347;p18"/>
          <p:cNvSpPr txBox="1">
            <a:spLocks noGrp="1"/>
          </p:cNvSpPr>
          <p:nvPr>
            <p:ph type="subTitle" idx="1"/>
          </p:nvPr>
        </p:nvSpPr>
        <p:spPr>
          <a:xfrm>
            <a:off x="685800" y="1828800"/>
            <a:ext cx="8077200" cy="1499616"/>
          </a:xfrm>
          <a:prstGeom prst="rect">
            <a:avLst/>
          </a:prstGeom>
          <a:noFill/>
          <a:ln>
            <a:noFill/>
          </a:ln>
        </p:spPr>
        <p:txBody>
          <a:bodyPr spcFirstLastPara="1" wrap="square" lIns="118850" tIns="0" rIns="45700" bIns="0" anchor="b" anchorCtr="0">
            <a:noAutofit/>
          </a:bodyPr>
          <a:lstStyle/>
          <a:p>
            <a:pPr marL="0" lvl="0" indent="0" algn="r" rtl="1">
              <a:lnSpc>
                <a:spcPct val="100000"/>
              </a:lnSpc>
              <a:spcBef>
                <a:spcPts val="0"/>
              </a:spcBef>
              <a:spcAft>
                <a:spcPts val="0"/>
              </a:spcAft>
              <a:buSzPts val="1600"/>
              <a:buNone/>
            </a:pPr>
            <a:r>
              <a:rPr lang="iw-IL"/>
              <a:t>מערכות ספרתיות</a:t>
            </a:r>
            <a:endParaRPr/>
          </a:p>
        </p:txBody>
      </p:sp>
      <p:sp>
        <p:nvSpPr>
          <p:cNvPr id="348" name="Google Shape;348;p18"/>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61"/>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עקרונות הלימוד בקורס</a:t>
            </a:r>
            <a:endParaRPr/>
          </a:p>
        </p:txBody>
      </p:sp>
      <p:sp>
        <p:nvSpPr>
          <p:cNvPr id="354" name="Google Shape;354;p61"/>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57200" lvl="0" indent="-320040" algn="r" rtl="1">
              <a:lnSpc>
                <a:spcPct val="100000"/>
              </a:lnSpc>
              <a:spcBef>
                <a:spcPts val="0"/>
              </a:spcBef>
              <a:spcAft>
                <a:spcPts val="0"/>
              </a:spcAft>
              <a:buSzPts val="1440"/>
              <a:buChar char="◼"/>
            </a:pPr>
            <a:r>
              <a:rPr lang="iw-IL"/>
              <a:t>מעגלי עשייה/משוב מהירים וקצרים.</a:t>
            </a:r>
            <a:endParaRPr/>
          </a:p>
          <a:p>
            <a:pPr marL="457200" lvl="0" indent="-320040" algn="r" rtl="1">
              <a:lnSpc>
                <a:spcPct val="100000"/>
              </a:lnSpc>
              <a:spcBef>
                <a:spcPts val="0"/>
              </a:spcBef>
              <a:spcAft>
                <a:spcPts val="0"/>
              </a:spcAft>
              <a:buSzPts val="1440"/>
              <a:buChar char="◼"/>
            </a:pPr>
            <a:r>
              <a:rPr lang="iw-IL"/>
              <a:t>למידה דרך עשייה.</a:t>
            </a:r>
            <a:endParaRPr/>
          </a:p>
          <a:p>
            <a:pPr marL="457200" lvl="0" indent="-320040" algn="r" rtl="1">
              <a:lnSpc>
                <a:spcPct val="100000"/>
              </a:lnSpc>
              <a:spcBef>
                <a:spcPts val="0"/>
              </a:spcBef>
              <a:spcAft>
                <a:spcPts val="0"/>
              </a:spcAft>
              <a:buSzPts val="1440"/>
              <a:buChar char="◼"/>
            </a:pPr>
            <a:r>
              <a:rPr lang="iw-IL"/>
              <a:t>העברת ידע מיטבית בזמן השיעור/תרגול.</a:t>
            </a:r>
            <a:endParaRPr/>
          </a:p>
        </p:txBody>
      </p:sp>
      <p:sp>
        <p:nvSpPr>
          <p:cNvPr id="355" name="Google Shape;355;p61"/>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62"/>
          <p:cNvSpPr txBox="1">
            <a:spLocks noGrp="1"/>
          </p:cNvSpPr>
          <p:nvPr>
            <p:ph type="ctrTitle"/>
          </p:nvPr>
        </p:nvSpPr>
        <p:spPr>
          <a:xfrm>
            <a:off x="685800" y="3355848"/>
            <a:ext cx="8077200" cy="1673352"/>
          </a:xfrm>
          <a:prstGeom prst="rect">
            <a:avLst/>
          </a:prstGeom>
          <a:noFill/>
          <a:ln>
            <a:noFill/>
          </a:ln>
        </p:spPr>
        <p:txBody>
          <a:bodyPr spcFirstLastPara="1" wrap="square" lIns="91425" tIns="0" rIns="45700" bIns="0" anchor="t" anchorCtr="0">
            <a:normAutofit/>
          </a:bodyPr>
          <a:lstStyle/>
          <a:p>
            <a:pPr marL="0" lvl="0" indent="0" algn="r" rtl="1">
              <a:lnSpc>
                <a:spcPct val="100000"/>
              </a:lnSpc>
              <a:spcBef>
                <a:spcPts val="0"/>
              </a:spcBef>
              <a:spcAft>
                <a:spcPts val="0"/>
              </a:spcAft>
              <a:buSzPts val="1400"/>
              <a:buNone/>
            </a:pPr>
            <a:r>
              <a:rPr lang="iw-IL"/>
              <a:t>דרישות ונושאים פורמליים</a:t>
            </a:r>
            <a:endParaRPr/>
          </a:p>
        </p:txBody>
      </p:sp>
      <p:sp>
        <p:nvSpPr>
          <p:cNvPr id="361" name="Google Shape;361;p62"/>
          <p:cNvSpPr txBox="1">
            <a:spLocks noGrp="1"/>
          </p:cNvSpPr>
          <p:nvPr>
            <p:ph type="subTitle" idx="1"/>
          </p:nvPr>
        </p:nvSpPr>
        <p:spPr>
          <a:xfrm>
            <a:off x="685800" y="1828800"/>
            <a:ext cx="8077200" cy="1499616"/>
          </a:xfrm>
          <a:prstGeom prst="rect">
            <a:avLst/>
          </a:prstGeom>
          <a:noFill/>
          <a:ln>
            <a:noFill/>
          </a:ln>
        </p:spPr>
        <p:txBody>
          <a:bodyPr spcFirstLastPara="1" wrap="square" lIns="118850" tIns="0" rIns="45700" bIns="0" anchor="b" anchorCtr="0">
            <a:noAutofit/>
          </a:bodyPr>
          <a:lstStyle/>
          <a:p>
            <a:pPr marL="0" lvl="0" indent="0" algn="r" rtl="1">
              <a:lnSpc>
                <a:spcPct val="100000"/>
              </a:lnSpc>
              <a:spcBef>
                <a:spcPts val="0"/>
              </a:spcBef>
              <a:spcAft>
                <a:spcPts val="0"/>
              </a:spcAft>
              <a:buSzPts val="1600"/>
              <a:buNone/>
            </a:pPr>
            <a:r>
              <a:rPr lang="iw-IL"/>
              <a:t>מערכות ספרתיות</a:t>
            </a:r>
            <a:endParaRPr/>
          </a:p>
        </p:txBody>
      </p:sp>
      <p:sp>
        <p:nvSpPr>
          <p:cNvPr id="362" name="Google Shape;362;p62"/>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63"/>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l" rtl="0">
              <a:lnSpc>
                <a:spcPct val="100000"/>
              </a:lnSpc>
              <a:spcBef>
                <a:spcPts val="0"/>
              </a:spcBef>
              <a:spcAft>
                <a:spcPts val="0"/>
              </a:spcAft>
              <a:buSzPts val="1400"/>
              <a:buNone/>
            </a:pPr>
            <a:r>
              <a:rPr lang="iw-IL"/>
              <a:t>צוות הקורס מערכות ספרתיות</a:t>
            </a:r>
            <a:endParaRPr/>
          </a:p>
        </p:txBody>
      </p:sp>
      <p:sp>
        <p:nvSpPr>
          <p:cNvPr id="368" name="Google Shape;368;p63"/>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38150" indent="-319088" algn="r" rtl="1">
              <a:buSzPts val="2560"/>
            </a:pPr>
            <a:r>
              <a:rPr lang="iw-IL"/>
              <a:t>מרצה: ד"ר עמיר קולאמן</a:t>
            </a:r>
          </a:p>
          <a:p>
            <a:pPr marL="438150" indent="-319088" algn="r" rtl="1">
              <a:buSzPts val="2560"/>
            </a:pPr>
            <a:r>
              <a:rPr lang="iw-IL"/>
              <a:t>משרד: זום / בסוף השיעור במעבדת המחשבים 10002</a:t>
            </a:r>
          </a:p>
          <a:p>
            <a:pPr marL="438150" indent="-319088" algn="r" rtl="1">
              <a:buSzPts val="2560"/>
            </a:pPr>
            <a:r>
              <a:rPr lang="iw-IL"/>
              <a:t>שעת קבלה: בתיאום מראש בזום / מייד בתום מפגש המעבדה</a:t>
            </a:r>
          </a:p>
          <a:p>
            <a:pPr marL="438150" indent="-319088" algn="r" rtl="1">
              <a:buSzPts val="2560"/>
            </a:pPr>
            <a:r>
              <a:rPr lang="iw-IL"/>
              <a:t>פרטי התקשרות: </a:t>
            </a:r>
            <a:r>
              <a:rPr lang="en-US"/>
              <a:t>kolaman@mail.sapir.ac.il</a:t>
            </a:r>
          </a:p>
          <a:p>
            <a:pPr marL="438150" indent="-319088" algn="r" rtl="1">
              <a:buSzPts val="2560"/>
            </a:pPr>
            <a:r>
              <a:rPr lang="iw-IL"/>
              <a:t>בודק תרגילים: ניר חזן</a:t>
            </a:r>
            <a:endParaRPr/>
          </a:p>
        </p:txBody>
      </p:sp>
      <p:sp>
        <p:nvSpPr>
          <p:cNvPr id="369" name="Google Shape;369;p63"/>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20"/>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l" rtl="0">
              <a:lnSpc>
                <a:spcPct val="100000"/>
              </a:lnSpc>
              <a:spcBef>
                <a:spcPts val="0"/>
              </a:spcBef>
              <a:spcAft>
                <a:spcPts val="0"/>
              </a:spcAft>
              <a:buSzPts val="1400"/>
              <a:buNone/>
            </a:pPr>
            <a:r>
              <a:rPr lang="iw-IL">
                <a:latin typeface="David"/>
                <a:ea typeface="David"/>
                <a:cs typeface="David"/>
                <a:sym typeface="David"/>
              </a:rPr>
              <a:t>דרישות פורמליות</a:t>
            </a:r>
            <a:endParaRPr/>
          </a:p>
        </p:txBody>
      </p:sp>
      <p:sp>
        <p:nvSpPr>
          <p:cNvPr id="375" name="Google Shape;375;p20"/>
          <p:cNvSpPr txBox="1">
            <a:spLocks noGrp="1"/>
          </p:cNvSpPr>
          <p:nvPr>
            <p:ph type="body" idx="1"/>
          </p:nvPr>
        </p:nvSpPr>
        <p:spPr>
          <a:xfrm>
            <a:off x="457200" y="1371254"/>
            <a:ext cx="8686800" cy="4625975"/>
          </a:xfrm>
          <a:prstGeom prst="rect">
            <a:avLst/>
          </a:prstGeom>
          <a:noFill/>
          <a:ln>
            <a:noFill/>
          </a:ln>
        </p:spPr>
        <p:txBody>
          <a:bodyPr spcFirstLastPara="1" wrap="square" lIns="54850" tIns="91425" rIns="91425" bIns="45700" anchor="t" anchorCtr="0">
            <a:noAutofit/>
          </a:bodyPr>
          <a:lstStyle/>
          <a:p>
            <a:pPr marL="438150" indent="-319088" algn="r" rtl="1">
              <a:buSzPts val="2560"/>
            </a:pPr>
            <a:r>
              <a:rPr lang="iw-IL">
                <a:latin typeface="David"/>
                <a:ea typeface="David"/>
                <a:cs typeface="David"/>
                <a:sym typeface="David"/>
              </a:rPr>
              <a:t>לפני כל מפגש –</a:t>
            </a:r>
          </a:p>
          <a:p>
            <a:pPr marL="895350" lvl="1" indent="-319088" algn="r" rtl="1">
              <a:spcBef>
                <a:spcPts val="0"/>
              </a:spcBef>
              <a:buSzPts val="2560"/>
              <a:buChar char="◼"/>
            </a:pPr>
            <a:r>
              <a:rPr lang="iw-IL">
                <a:latin typeface="David"/>
                <a:ea typeface="David"/>
                <a:cs typeface="David"/>
                <a:sym typeface="David"/>
              </a:rPr>
              <a:t>צפייה בהרצאה המוקלטת ומענה על שאלות הכנה</a:t>
            </a:r>
          </a:p>
          <a:p>
            <a:pPr marL="438150" indent="-319088" algn="r" rtl="1">
              <a:buSzPts val="2560"/>
            </a:pPr>
            <a:r>
              <a:rPr lang="iw-IL">
                <a:latin typeface="David"/>
                <a:ea typeface="David"/>
                <a:cs typeface="David"/>
                <a:sym typeface="David"/>
              </a:rPr>
              <a:t>בכל מפגש –</a:t>
            </a:r>
          </a:p>
          <a:p>
            <a:pPr marL="895350" lvl="1" indent="-319088" algn="r" rtl="1">
              <a:spcBef>
                <a:spcPts val="0"/>
              </a:spcBef>
              <a:buSzPts val="2560"/>
              <a:buChar char="◼"/>
            </a:pPr>
            <a:r>
              <a:rPr lang="iw-IL">
                <a:latin typeface="David"/>
                <a:ea typeface="David"/>
                <a:cs typeface="David"/>
                <a:sym typeface="David"/>
              </a:rPr>
              <a:t>בוחן כניסה ב-10 הדקות הראשונות</a:t>
            </a:r>
          </a:p>
          <a:p>
            <a:pPr marL="895350" lvl="1" indent="-319088" algn="r" rtl="1">
              <a:spcBef>
                <a:spcPts val="0"/>
              </a:spcBef>
              <a:buSzPts val="2560"/>
              <a:buChar char="◼"/>
            </a:pPr>
            <a:r>
              <a:rPr lang="iw-IL">
                <a:latin typeface="David"/>
                <a:ea typeface="David"/>
                <a:cs typeface="David"/>
                <a:sym typeface="David"/>
              </a:rPr>
              <a:t>עבודה על הפרויקט ועבודה בכיתה (הגשה בסוף השיעור)</a:t>
            </a:r>
          </a:p>
          <a:p>
            <a:pPr marL="438150" indent="-319088" algn="r" rtl="1">
              <a:buSzPts val="2560"/>
            </a:pPr>
            <a:r>
              <a:rPr lang="iw-IL">
                <a:latin typeface="David"/>
                <a:ea typeface="David"/>
                <a:cs typeface="David"/>
                <a:sym typeface="David"/>
              </a:rPr>
              <a:t>בוחן מסכם – 11/1/27 (המפגש האחרון)</a:t>
            </a:r>
          </a:p>
          <a:p>
            <a:pPr marL="438150" indent="-319088" algn="r" rtl="1">
              <a:buSzPts val="2560"/>
            </a:pPr>
            <a:r>
              <a:rPr lang="iw-IL">
                <a:latin typeface="David"/>
                <a:ea typeface="David"/>
                <a:cs typeface="David"/>
                <a:sym typeface="David"/>
              </a:rPr>
              <a:t>מינימום הכרחי כדי לעבור את הקורס: הבוחן המסכם, הפרויקט ולפחות בוחן כניסה אחד.</a:t>
            </a:r>
            <a:endParaRPr/>
          </a:p>
        </p:txBody>
      </p:sp>
      <p:sp>
        <p:nvSpPr>
          <p:cNvPr id="376" name="Google Shape;376;p20"/>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64"/>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l" rtl="0">
              <a:lnSpc>
                <a:spcPct val="100000"/>
              </a:lnSpc>
              <a:spcBef>
                <a:spcPts val="0"/>
              </a:spcBef>
              <a:spcAft>
                <a:spcPts val="0"/>
              </a:spcAft>
              <a:buSzPts val="1400"/>
              <a:buNone/>
            </a:pPr>
            <a:r>
              <a:rPr lang="iw-IL"/>
              <a:t>קורס מערכות ספרתיות</a:t>
            </a:r>
            <a:endParaRPr/>
          </a:p>
        </p:txBody>
      </p:sp>
      <p:sp>
        <p:nvSpPr>
          <p:cNvPr id="382" name="Google Shape;382;p64"/>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38150" lvl="0" indent="-319088" algn="r" rtl="1">
              <a:lnSpc>
                <a:spcPct val="100000"/>
              </a:lnSpc>
              <a:spcBef>
                <a:spcPts val="0"/>
              </a:spcBef>
              <a:spcAft>
                <a:spcPts val="0"/>
              </a:spcAft>
              <a:buSzPts val="2560"/>
              <a:buChar char="◼"/>
            </a:pPr>
            <a:r>
              <a:rPr lang="iw-IL"/>
              <a:t>אתר הקורס במודל</a:t>
            </a:r>
            <a:endParaRPr/>
          </a:p>
          <a:p>
            <a:pPr marL="730250" lvl="1" indent="-273050" algn="r" rtl="1">
              <a:lnSpc>
                <a:spcPct val="100000"/>
              </a:lnSpc>
              <a:spcBef>
                <a:spcPts val="560"/>
              </a:spcBef>
              <a:spcAft>
                <a:spcPts val="0"/>
              </a:spcAft>
              <a:buSzPts val="2520"/>
              <a:buChar char="▪"/>
            </a:pPr>
            <a:r>
              <a:rPr lang="iw-IL" u="sng">
                <a:solidFill>
                  <a:schemeClr val="hlink"/>
                </a:solidFill>
                <a:hlinkClick r:id="rId3"/>
              </a:rPr>
              <a:t>https://</a:t>
            </a:r>
            <a:r>
              <a:rPr lang="en-US" u="sng">
                <a:solidFill>
                  <a:schemeClr val="hlink"/>
                </a:solidFill>
              </a:rPr>
              <a:t>moodle.sapir.ac.il/2026/</a:t>
            </a:r>
            <a:endParaRPr/>
          </a:p>
          <a:p>
            <a:pPr marL="273050" lvl="0" indent="-273050" algn="r" rtl="1">
              <a:lnSpc>
                <a:spcPct val="100000"/>
              </a:lnSpc>
              <a:spcBef>
                <a:spcPts val="560"/>
              </a:spcBef>
              <a:spcAft>
                <a:spcPts val="0"/>
              </a:spcAft>
              <a:buSzPts val="2520"/>
              <a:buChar char="▪"/>
            </a:pPr>
            <a:r>
              <a:rPr lang="iw-IL"/>
              <a:t>מה באתר:</a:t>
            </a:r>
            <a:endParaRPr/>
          </a:p>
          <a:p>
            <a:pPr marL="273050" lvl="0" indent="-273050" algn="r" rtl="1">
              <a:lnSpc>
                <a:spcPct val="100000"/>
              </a:lnSpc>
              <a:spcBef>
                <a:spcPts val="560"/>
              </a:spcBef>
              <a:spcAft>
                <a:spcPts val="0"/>
              </a:spcAft>
              <a:buSzPts val="2520"/>
              <a:buChar char="▪"/>
            </a:pPr>
            <a:r>
              <a:rPr lang="iw-IL"/>
              <a:t>1. עבודות הכנה לפני מפגש פרונטלי.</a:t>
            </a:r>
            <a:endParaRPr/>
          </a:p>
          <a:p>
            <a:pPr marL="273050" lvl="0" indent="-273050" algn="r" rtl="1">
              <a:lnSpc>
                <a:spcPct val="100000"/>
              </a:lnSpc>
              <a:spcBef>
                <a:spcPts val="560"/>
              </a:spcBef>
              <a:spcAft>
                <a:spcPts val="0"/>
              </a:spcAft>
              <a:buSzPts val="2520"/>
              <a:buChar char="▪"/>
            </a:pPr>
            <a:r>
              <a:rPr lang="iw-IL"/>
              <a:t>2. בוחן כניסה למפגש פרונטלי.</a:t>
            </a:r>
            <a:endParaRPr/>
          </a:p>
          <a:p>
            <a:pPr marL="273050" lvl="0" indent="-273050" algn="r" rtl="1">
              <a:lnSpc>
                <a:spcPct val="100000"/>
              </a:lnSpc>
              <a:spcBef>
                <a:spcPts val="560"/>
              </a:spcBef>
              <a:spcAft>
                <a:spcPts val="0"/>
              </a:spcAft>
              <a:buSzPts val="2520"/>
              <a:buChar char="▪"/>
            </a:pPr>
            <a:r>
              <a:rPr lang="iw-IL"/>
              <a:t>3. קישורים לסרטוני הדרכה לפני המפגש הפרונטלי.</a:t>
            </a:r>
            <a:endParaRPr/>
          </a:p>
          <a:p>
            <a:pPr marL="273050" lvl="0" indent="-113030" algn="r" rtl="1">
              <a:lnSpc>
                <a:spcPct val="100000"/>
              </a:lnSpc>
              <a:spcBef>
                <a:spcPts val="560"/>
              </a:spcBef>
              <a:spcAft>
                <a:spcPts val="0"/>
              </a:spcAft>
              <a:buSzPts val="2520"/>
              <a:buNone/>
            </a:pPr>
            <a:endParaRPr/>
          </a:p>
        </p:txBody>
      </p:sp>
      <p:sp>
        <p:nvSpPr>
          <p:cNvPr id="383" name="Google Shape;383;p64"/>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21"/>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latin typeface="David"/>
                <a:ea typeface="David"/>
                <a:cs typeface="David"/>
                <a:sym typeface="David"/>
              </a:rPr>
              <a:t>דרישות פורמליות</a:t>
            </a:r>
            <a:endParaRPr/>
          </a:p>
        </p:txBody>
      </p:sp>
      <p:sp>
        <p:nvSpPr>
          <p:cNvPr id="389" name="Google Shape;389;p21"/>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38150" indent="-319088" algn="r" rtl="1">
              <a:buSzPts val="2560"/>
            </a:pPr>
            <a:r>
              <a:rPr lang="iw-IL">
                <a:latin typeface="David"/>
                <a:ea typeface="David"/>
                <a:cs typeface="David"/>
                <a:sym typeface="David"/>
              </a:rPr>
              <a:t>בתחילת כל מפגש יתקיים בוחן כניסה קצר על חומר ההכנה (הסרטונים).</a:t>
            </a:r>
          </a:p>
          <a:p>
            <a:pPr marL="438150" indent="-319088" algn="r" rtl="1">
              <a:buSzPts val="2560"/>
            </a:pPr>
            <a:r>
              <a:rPr lang="iw-IL">
                <a:latin typeface="David"/>
                <a:ea typeface="David"/>
                <a:cs typeface="David"/>
                <a:sym typeface="David"/>
              </a:rPr>
              <a:t>איחור לכיתה לאחר זמן סיום הבוחן – 0 בבוחן ובמטלת ההכנה.</a:t>
            </a:r>
          </a:p>
          <a:p>
            <a:pPr marL="438150" indent="-319088" algn="r" rtl="1">
              <a:buSzPts val="2560"/>
            </a:pPr>
            <a:r>
              <a:rPr lang="iw-IL">
                <a:latin typeface="David"/>
                <a:ea typeface="David"/>
                <a:cs typeface="David"/>
                <a:sym typeface="David"/>
              </a:rPr>
              <a:t>לא ניתן להגיש באיחור.</a:t>
            </a:r>
          </a:p>
          <a:p>
            <a:pPr marL="438150" indent="-319088" algn="r" rtl="1">
              <a:buSzPts val="2560"/>
            </a:pPr>
            <a:r>
              <a:rPr lang="iw-IL">
                <a:latin typeface="David"/>
                <a:ea typeface="David"/>
                <a:cs typeface="David"/>
                <a:sym typeface="David"/>
              </a:rPr>
              <a:t>היעדרות מסיבה מוצדקת (על פי נהלי המכללה) – המטלה תבוטל ותתווסף במשקל למטלות האחרות.</a:t>
            </a:r>
          </a:p>
          <a:p>
            <a:pPr marL="438150" indent="-319088" algn="r" rtl="1">
              <a:buSzPts val="2560"/>
            </a:pPr>
            <a:r>
              <a:rPr lang="iw-IL">
                <a:latin typeface="David"/>
                <a:ea typeface="David"/>
                <a:cs typeface="David"/>
                <a:sym typeface="David"/>
              </a:rPr>
              <a:t>נוכחות חובה – לפחות 70% מהמפגשים.</a:t>
            </a:r>
            <a:endParaRPr/>
          </a:p>
        </p:txBody>
      </p:sp>
      <p:sp>
        <p:nvSpPr>
          <p:cNvPr id="390" name="Google Shape;390;p21"/>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2"/>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lvl="0" indent="0" algn="l" rtl="0">
              <a:lnSpc>
                <a:spcPct val="100000"/>
              </a:lnSpc>
              <a:spcBef>
                <a:spcPts val="0"/>
              </a:spcBef>
              <a:spcAft>
                <a:spcPts val="0"/>
              </a:spcAft>
              <a:buSzPts val="1400"/>
              <a:buNone/>
            </a:pPr>
            <a:r>
              <a:rPr lang="iw-IL"/>
              <a:t>דרישות הקורס</a:t>
            </a:r>
            <a:endParaRPr/>
          </a:p>
        </p:txBody>
      </p:sp>
      <p:sp>
        <p:nvSpPr>
          <p:cNvPr id="396" name="Google Shape;396;p22"/>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38150" lvl="0" indent="-319088" algn="r" rtl="1">
              <a:lnSpc>
                <a:spcPct val="100000"/>
              </a:lnSpc>
              <a:spcBef>
                <a:spcPts val="0"/>
              </a:spcBef>
              <a:spcAft>
                <a:spcPts val="0"/>
              </a:spcAft>
              <a:buSzPts val="2560"/>
              <a:buChar char="◼"/>
            </a:pPr>
            <a:r>
              <a:rPr lang="iw-IL"/>
              <a:t>עבור כל אחת מיחידות הקורס 10 יחידות</a:t>
            </a:r>
            <a:endParaRPr/>
          </a:p>
          <a:p>
            <a:pPr marL="730250" lvl="1" indent="-273050" algn="r" rtl="1">
              <a:lnSpc>
                <a:spcPct val="100000"/>
              </a:lnSpc>
              <a:spcBef>
                <a:spcPts val="560"/>
              </a:spcBef>
              <a:spcAft>
                <a:spcPts val="0"/>
              </a:spcAft>
              <a:buSzPts val="2520"/>
              <a:buChar char="▪"/>
            </a:pPr>
            <a:r>
              <a:rPr lang="iw-IL"/>
              <a:t>פרויקט 	           </a:t>
            </a:r>
            <a:endParaRPr/>
          </a:p>
          <a:p>
            <a:pPr marL="730250" lvl="1" indent="-273050" algn="r" rtl="1">
              <a:lnSpc>
                <a:spcPct val="100000"/>
              </a:lnSpc>
              <a:spcBef>
                <a:spcPts val="560"/>
              </a:spcBef>
              <a:spcAft>
                <a:spcPts val="0"/>
              </a:spcAft>
              <a:buSzPts val="2520"/>
              <a:buChar char="▪"/>
            </a:pPr>
            <a:r>
              <a:rPr lang="iw-IL"/>
              <a:t>השתתפות במשוב</a:t>
            </a:r>
            <a:endParaRPr/>
          </a:p>
          <a:p>
            <a:pPr marL="730250" lvl="1" indent="-273050" algn="r" rtl="1">
              <a:lnSpc>
                <a:spcPct val="100000"/>
              </a:lnSpc>
              <a:spcBef>
                <a:spcPts val="560"/>
              </a:spcBef>
              <a:spcAft>
                <a:spcPts val="0"/>
              </a:spcAft>
              <a:buSzPts val="2520"/>
              <a:buChar char="▪"/>
            </a:pPr>
            <a:r>
              <a:rPr lang="iw-IL"/>
              <a:t>מטלות הכנה</a:t>
            </a:r>
            <a:endParaRPr/>
          </a:p>
          <a:p>
            <a:pPr marL="730250" lvl="1" indent="-273050" algn="r" rtl="1">
              <a:lnSpc>
                <a:spcPct val="100000"/>
              </a:lnSpc>
              <a:spcBef>
                <a:spcPts val="560"/>
              </a:spcBef>
              <a:spcAft>
                <a:spcPts val="0"/>
              </a:spcAft>
              <a:buSzPts val="2520"/>
              <a:buChar char="▪"/>
            </a:pPr>
            <a:r>
              <a:rPr lang="iw-IL"/>
              <a:t>בוחן כניסה	 </a:t>
            </a:r>
            <a:endParaRPr/>
          </a:p>
          <a:p>
            <a:pPr marL="438150" lvl="0" indent="-319088" algn="r" rtl="1">
              <a:lnSpc>
                <a:spcPct val="100000"/>
              </a:lnSpc>
              <a:spcBef>
                <a:spcPts val="0"/>
              </a:spcBef>
              <a:spcAft>
                <a:spcPts val="0"/>
              </a:spcAft>
              <a:buSzPts val="2560"/>
              <a:buChar char="◼"/>
            </a:pPr>
            <a:r>
              <a:rPr lang="iw-IL"/>
              <a:t>בוחן מסכם    	      			      	</a:t>
            </a:r>
            <a:endParaRPr/>
          </a:p>
          <a:p>
            <a:pPr marL="119062" lvl="0" indent="0" algn="r" rtl="1">
              <a:lnSpc>
                <a:spcPct val="100000"/>
              </a:lnSpc>
              <a:spcBef>
                <a:spcPts val="0"/>
              </a:spcBef>
              <a:spcAft>
                <a:spcPts val="0"/>
              </a:spcAft>
              <a:buSzPts val="2560"/>
              <a:buNone/>
            </a:pPr>
            <a:endParaRPr/>
          </a:p>
        </p:txBody>
      </p:sp>
      <p:sp>
        <p:nvSpPr>
          <p:cNvPr id="397" name="Google Shape;397;p22"/>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23"/>
          <p:cNvSpPr txBox="1">
            <a:spLocks noGrp="1"/>
          </p:cNvSpPr>
          <p:nvPr>
            <p:ph type="title"/>
          </p:nvPr>
        </p:nvSpPr>
        <p:spPr>
          <a:xfrm>
            <a:off x="-491490" y="-336042"/>
            <a:ext cx="8229600" cy="1252728"/>
          </a:xfrm>
          <a:prstGeom prst="rect">
            <a:avLst/>
          </a:prstGeom>
          <a:noFill/>
          <a:ln>
            <a:noFill/>
          </a:ln>
        </p:spPr>
        <p:txBody>
          <a:bodyPr spcFirstLastPara="1" wrap="square" lIns="91425" tIns="45700" rIns="45700" bIns="45700" anchor="ctr" anchorCtr="0">
            <a:normAutofit/>
          </a:bodyPr>
          <a:lstStyle/>
          <a:p>
            <a:pPr marL="0" lvl="0" indent="0" algn="r" rtl="1">
              <a:lnSpc>
                <a:spcPct val="100000"/>
              </a:lnSpc>
              <a:spcBef>
                <a:spcPts val="0"/>
              </a:spcBef>
              <a:spcAft>
                <a:spcPts val="0"/>
              </a:spcAft>
              <a:buSzPts val="1400"/>
              <a:buNone/>
            </a:pPr>
            <a:r>
              <a:rPr lang="iw-IL"/>
              <a:t>מבנה הציון</a:t>
            </a:r>
            <a:endParaRPr/>
          </a:p>
        </p:txBody>
      </p:sp>
      <p:sp>
        <p:nvSpPr>
          <p:cNvPr id="403" name="Google Shape;403;p23"/>
          <p:cNvSpPr txBox="1">
            <a:spLocks noGrp="1"/>
          </p:cNvSpPr>
          <p:nvPr>
            <p:ph type="sldNum" idx="12"/>
          </p:nvPr>
        </p:nvSpPr>
        <p:spPr>
          <a:xfrm>
            <a:off x="8204200" y="6477000"/>
            <a:ext cx="733425" cy="274638"/>
          </a:xfrm>
          <a:prstGeom prst="rect">
            <a:avLst/>
          </a:prstGeom>
          <a:noFill/>
          <a:ln>
            <a:noFill/>
          </a:ln>
        </p:spPr>
        <p:txBody>
          <a:bodyPr spcFirstLastPara="1" wrap="square" lIns="91425" tIns="45700" rIns="91425" bIns="0" anchor="b" anchorCtr="0">
            <a:noAutofit/>
          </a:bodyPr>
          <a:lstStyle/>
          <a:p>
            <a:pPr marL="0" lvl="0" indent="0" algn="r" rtl="1">
              <a:lnSpc>
                <a:spcPct val="100000"/>
              </a:lnSpc>
              <a:spcBef>
                <a:spcPts val="0"/>
              </a:spcBef>
              <a:spcAft>
                <a:spcPts val="0"/>
              </a:spcAft>
              <a:buSzPts val="1200"/>
              <a:buNone/>
            </a:pPr>
            <a:fld id="{00000000-1234-1234-1234-123412341234}" type="slidenum">
              <a:rPr lang="iw-IL"/>
              <a:t>35</a:t>
            </a:fld>
            <a:endParaRPr/>
          </a:p>
        </p:txBody>
      </p:sp>
      <p:sp>
        <p:nvSpPr>
          <p:cNvPr id="404" name="Google Shape;404;p23"/>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57200" lvl="0" indent="-228600" algn="l" rtl="0">
              <a:lnSpc>
                <a:spcPct val="100000"/>
              </a:lnSpc>
              <a:spcBef>
                <a:spcPts val="0"/>
              </a:spcBef>
              <a:spcAft>
                <a:spcPts val="0"/>
              </a:spcAft>
              <a:buSzPts val="1440"/>
              <a:buNone/>
            </a:pPr>
            <a:endParaRPr/>
          </a:p>
        </p:txBody>
      </p:sp>
      <p:graphicFrame>
        <p:nvGraphicFramePr>
          <p:cNvPr id="405" name="Google Shape;405;p23"/>
          <p:cNvGraphicFramePr/>
          <p:nvPr>
            <p:extLst>
              <p:ext uri="{D42A27DB-BD31-4B8C-83A1-F6EECF244321}">
                <p14:modId xmlns:p14="http://schemas.microsoft.com/office/powerpoint/2010/main" val="3320943222"/>
              </p:ext>
            </p:extLst>
          </p:nvPr>
        </p:nvGraphicFramePr>
        <p:xfrm>
          <a:off x="206375" y="682010"/>
          <a:ext cx="3000000" cy="3000000"/>
        </p:xfrm>
        <a:graphic>
          <a:graphicData uri="http://schemas.openxmlformats.org/drawingml/2006/table">
            <a:tbl>
              <a:tblPr bandRow="1">
                <a:noFill/>
                <a:tableStyleId>{B8C3AE85-FB49-4CD0-B045-2F34A34AC5DA}</a:tableStyleId>
              </a:tblPr>
              <a:tblGrid>
                <a:gridCol w="887150">
                  <a:extLst>
                    <a:ext uri="{9D8B030D-6E8A-4147-A177-3AD203B41FA5}">
                      <a16:colId xmlns:a16="http://schemas.microsoft.com/office/drawing/2014/main" val="20000"/>
                    </a:ext>
                  </a:extLst>
                </a:gridCol>
                <a:gridCol w="4404925">
                  <a:extLst>
                    <a:ext uri="{9D8B030D-6E8A-4147-A177-3AD203B41FA5}">
                      <a16:colId xmlns:a16="http://schemas.microsoft.com/office/drawing/2014/main" val="20001"/>
                    </a:ext>
                  </a:extLst>
                </a:gridCol>
                <a:gridCol w="2249250">
                  <a:extLst>
                    <a:ext uri="{9D8B030D-6E8A-4147-A177-3AD203B41FA5}">
                      <a16:colId xmlns:a16="http://schemas.microsoft.com/office/drawing/2014/main" val="20002"/>
                    </a:ext>
                  </a:extLst>
                </a:gridCol>
                <a:gridCol w="1099100">
                  <a:extLst>
                    <a:ext uri="{9D8B030D-6E8A-4147-A177-3AD203B41FA5}">
                      <a16:colId xmlns:a16="http://schemas.microsoft.com/office/drawing/2014/main" val="20003"/>
                    </a:ext>
                  </a:extLst>
                </a:gridCol>
              </a:tblGrid>
              <a:tr h="756875">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מטלה</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משימת עבודה</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מועד הגשה</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 מהציון הסופי</a:t>
                      </a:r>
                      <a:endParaRPr sz="2400" u="none" strike="noStrike" cap="none">
                        <a:latin typeface="Calibri"/>
                        <a:ea typeface="Calibri"/>
                        <a:cs typeface="Calibri"/>
                        <a:sym typeface="Calibri"/>
                      </a:endParaRPr>
                    </a:p>
                  </a:txBody>
                  <a:tcPr marL="47625" marR="47625" marT="47625" marB="47625" anchor="ctr"/>
                </a:tc>
                <a:extLst>
                  <a:ext uri="{0D108BD9-81ED-4DB2-BD59-A6C34878D82A}">
                    <a16:rowId xmlns:a16="http://schemas.microsoft.com/office/drawing/2014/main" val="10000"/>
                  </a:ext>
                </a:extLst>
              </a:tr>
              <a:tr h="756875">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1</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מטלות הכנה בבית (10%) + בחני כניסה בתחילת המעבדה (20%)    </a:t>
                      </a:r>
                      <a:endParaRPr sz="2400" u="none" strike="noStrike" cap="none"/>
                    </a:p>
                    <a:p>
                      <a:pPr marL="0" marR="0" lvl="0" indent="0" algn="ctr" rtl="1">
                        <a:lnSpc>
                          <a:spcPct val="107000"/>
                        </a:lnSpc>
                        <a:spcBef>
                          <a:spcPts val="0"/>
                        </a:spcBef>
                        <a:spcAft>
                          <a:spcPts val="0"/>
                        </a:spcAft>
                        <a:buClr>
                          <a:srgbClr val="000000"/>
                        </a:buClr>
                        <a:buSzPts val="2400"/>
                        <a:buFont typeface="Arial"/>
                        <a:buNone/>
                      </a:pPr>
                      <a:r>
                        <a:rPr lang="iw-IL" sz="2400" u="none" strike="noStrike" cap="none"/>
                        <a:t>(ללא הגשה של כל אחד מהם הציון הוא 0) </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r" rtl="1">
                        <a:lnSpc>
                          <a:spcPct val="107000"/>
                        </a:lnSpc>
                        <a:spcBef>
                          <a:spcPts val="0"/>
                        </a:spcBef>
                        <a:spcAft>
                          <a:spcPts val="0"/>
                        </a:spcAft>
                        <a:buClr>
                          <a:srgbClr val="000000"/>
                        </a:buClr>
                        <a:buSzPts val="2400"/>
                        <a:buFont typeface="Arial"/>
                        <a:buNone/>
                      </a:pPr>
                      <a:r>
                        <a:rPr lang="iw-IL" sz="2400" u="none" strike="noStrike" cap="none"/>
                        <a:t>10 מפגשים </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30</a:t>
                      </a:r>
                      <a:endParaRPr sz="2400" u="none" strike="noStrike" cap="none">
                        <a:latin typeface="Calibri"/>
                        <a:ea typeface="Calibri"/>
                        <a:cs typeface="Calibri"/>
                        <a:sym typeface="Calibri"/>
                      </a:endParaRPr>
                    </a:p>
                  </a:txBody>
                  <a:tcPr marL="47625" marR="47625" marT="47625" marB="47625" anchor="ctr"/>
                </a:tc>
                <a:extLst>
                  <a:ext uri="{0D108BD9-81ED-4DB2-BD59-A6C34878D82A}">
                    <a16:rowId xmlns:a16="http://schemas.microsoft.com/office/drawing/2014/main" val="10001"/>
                  </a:ext>
                </a:extLst>
              </a:tr>
              <a:tr h="756875">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2</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השתתפות במשוב עמיתים/משוב למרצה </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r" rtl="1">
                        <a:lnSpc>
                          <a:spcPct val="107000"/>
                        </a:lnSpc>
                        <a:spcBef>
                          <a:spcPts val="0"/>
                        </a:spcBef>
                        <a:spcAft>
                          <a:spcPts val="0"/>
                        </a:spcAft>
                        <a:buClr>
                          <a:srgbClr val="000000"/>
                        </a:buClr>
                        <a:buSzPts val="2400"/>
                        <a:buFont typeface="Arial"/>
                        <a:buNone/>
                      </a:pPr>
                      <a:r>
                        <a:rPr lang="iw-IL" sz="2400" u="none" strike="noStrike" cap="none"/>
                        <a:t>10 מפגשים </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1</a:t>
                      </a:r>
                      <a:endParaRPr sz="2400" u="none" strike="noStrike" cap="none">
                        <a:latin typeface="Calibri"/>
                        <a:ea typeface="Calibri"/>
                        <a:cs typeface="Calibri"/>
                        <a:sym typeface="Calibri"/>
                      </a:endParaRPr>
                    </a:p>
                  </a:txBody>
                  <a:tcPr marL="47625" marR="47625" marT="47625" marB="47625" anchor="ctr"/>
                </a:tc>
                <a:extLst>
                  <a:ext uri="{0D108BD9-81ED-4DB2-BD59-A6C34878D82A}">
                    <a16:rowId xmlns:a16="http://schemas.microsoft.com/office/drawing/2014/main" val="10002"/>
                  </a:ext>
                </a:extLst>
              </a:tr>
              <a:tr h="1670275">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3</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בוחן מסכם</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r" rtl="1">
                        <a:lnSpc>
                          <a:spcPct val="107000"/>
                        </a:lnSpc>
                        <a:spcBef>
                          <a:spcPts val="0"/>
                        </a:spcBef>
                        <a:spcAft>
                          <a:spcPts val="0"/>
                        </a:spcAft>
                        <a:buClr>
                          <a:srgbClr val="000000"/>
                        </a:buClr>
                        <a:buSzPts val="2400"/>
                        <a:buFont typeface="Arial"/>
                        <a:buNone/>
                      </a:pPr>
                      <a:r>
                        <a:rPr lang="iw-IL" sz="2400" u="none" strike="noStrike" cap="none"/>
                        <a:t>מפגש האחרון של  הסמסטר 11/1/27</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29</a:t>
                      </a:r>
                      <a:endParaRPr sz="2400" u="none" strike="noStrike" cap="none">
                        <a:latin typeface="Calibri"/>
                        <a:ea typeface="Calibri"/>
                        <a:cs typeface="Calibri"/>
                        <a:sym typeface="Calibri"/>
                      </a:endParaRPr>
                    </a:p>
                  </a:txBody>
                  <a:tcPr marL="47625" marR="47625" marT="47625" marB="47625" anchor="ctr"/>
                </a:tc>
                <a:extLst>
                  <a:ext uri="{0D108BD9-81ED-4DB2-BD59-A6C34878D82A}">
                    <a16:rowId xmlns:a16="http://schemas.microsoft.com/office/drawing/2014/main" val="10003"/>
                  </a:ext>
                </a:extLst>
              </a:tr>
              <a:tr h="756875">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4</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פרויקט </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r" rtl="1">
                        <a:lnSpc>
                          <a:spcPct val="107000"/>
                        </a:lnSpc>
                        <a:spcBef>
                          <a:spcPts val="0"/>
                        </a:spcBef>
                        <a:spcAft>
                          <a:spcPts val="0"/>
                        </a:spcAft>
                        <a:buClr>
                          <a:srgbClr val="000000"/>
                        </a:buClr>
                        <a:buSzPts val="2400"/>
                        <a:buFont typeface="Arial"/>
                        <a:buNone/>
                      </a:pPr>
                      <a:r>
                        <a:rPr lang="iw-IL" sz="2400" u="none" strike="noStrike" cap="none"/>
                        <a:t>10 מפגשים</a:t>
                      </a:r>
                      <a:endParaRPr sz="2400" u="none" strike="noStrike" cap="none">
                        <a:latin typeface="Calibri"/>
                        <a:ea typeface="Calibri"/>
                        <a:cs typeface="Calibri"/>
                        <a:sym typeface="Calibri"/>
                      </a:endParaRPr>
                    </a:p>
                  </a:txBody>
                  <a:tcPr marL="47625" marR="47625" marT="47625" marB="47625" anchor="ctr"/>
                </a:tc>
                <a:tc>
                  <a:txBody>
                    <a:bodyPr/>
                    <a:lstStyle/>
                    <a:p>
                      <a:pPr marL="0" marR="0" lvl="0" indent="0" algn="ctr" rtl="1">
                        <a:lnSpc>
                          <a:spcPct val="107000"/>
                        </a:lnSpc>
                        <a:spcBef>
                          <a:spcPts val="0"/>
                        </a:spcBef>
                        <a:spcAft>
                          <a:spcPts val="0"/>
                        </a:spcAft>
                        <a:buClr>
                          <a:srgbClr val="000000"/>
                        </a:buClr>
                        <a:buSzPts val="2400"/>
                        <a:buFont typeface="Arial"/>
                        <a:buNone/>
                      </a:pPr>
                      <a:r>
                        <a:rPr lang="iw-IL" sz="2400" u="none" strike="noStrike" cap="none"/>
                        <a:t>40</a:t>
                      </a:r>
                      <a:endParaRPr sz="2400" u="none" strike="noStrike" cap="none">
                        <a:latin typeface="Calibri"/>
                        <a:ea typeface="Calibri"/>
                        <a:cs typeface="Calibri"/>
                        <a:sym typeface="Calibri"/>
                      </a:endParaRPr>
                    </a:p>
                  </a:txBody>
                  <a:tcPr marL="47625" marR="47625" marT="47625" marB="47625"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25"/>
          <p:cNvSpPr txBox="1"/>
          <p:nvPr/>
        </p:nvSpPr>
        <p:spPr>
          <a:xfrm>
            <a:off x="488927" y="554038"/>
            <a:ext cx="8070850" cy="817562"/>
          </a:xfrm>
          <a:prstGeom prst="rect">
            <a:avLst/>
          </a:prstGeom>
          <a:noFill/>
          <a:ln>
            <a:noFill/>
          </a:ln>
        </p:spPr>
        <p:txBody>
          <a:bodyPr spcFirstLastPara="1" wrap="square" lIns="91425" tIns="45700" rIns="45700" bIns="45700" anchor="ctr" anchorCtr="0">
            <a:normAutofit/>
          </a:bodyPr>
          <a:lstStyle/>
          <a:p>
            <a:pPr marL="0" marR="0" lvl="0" indent="0" algn="l" rtl="0">
              <a:lnSpc>
                <a:spcPct val="100000"/>
              </a:lnSpc>
              <a:spcBef>
                <a:spcPts val="0"/>
              </a:spcBef>
              <a:spcAft>
                <a:spcPts val="0"/>
              </a:spcAft>
              <a:buClr>
                <a:srgbClr val="000000"/>
              </a:buClr>
              <a:buSzPts val="4500"/>
              <a:buFont typeface="Arial"/>
              <a:buNone/>
            </a:pPr>
            <a:r>
              <a:rPr lang="iw-IL" sz="4500" b="1" i="0" u="none" strike="noStrike" cap="none">
                <a:solidFill>
                  <a:srgbClr val="FFC800"/>
                </a:solidFill>
                <a:latin typeface="Corbel"/>
                <a:ea typeface="Corbel"/>
                <a:cs typeface="Corbel"/>
                <a:sym typeface="Corbel"/>
              </a:rPr>
              <a:t>ביבליוגרפיה</a:t>
            </a:r>
            <a:endParaRPr sz="4500" b="1" i="0" u="none" strike="noStrike" cap="none">
              <a:solidFill>
                <a:srgbClr val="FFC800"/>
              </a:solidFill>
              <a:latin typeface="Corbel"/>
              <a:ea typeface="Corbel"/>
              <a:cs typeface="Corbel"/>
              <a:sym typeface="Corbel"/>
            </a:endParaRPr>
          </a:p>
        </p:txBody>
      </p:sp>
      <p:sp>
        <p:nvSpPr>
          <p:cNvPr id="411" name="Google Shape;411;p25"/>
          <p:cNvSpPr txBox="1"/>
          <p:nvPr/>
        </p:nvSpPr>
        <p:spPr>
          <a:xfrm>
            <a:off x="571500" y="1748791"/>
            <a:ext cx="7852410" cy="2173544"/>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Clr>
                <a:srgbClr val="000000"/>
              </a:buClr>
              <a:buSzPts val="3200"/>
              <a:buFont typeface="Arial"/>
              <a:buNone/>
            </a:pPr>
            <a:r>
              <a:rPr lang="iw-IL" sz="3200" b="0" i="0" u="none" strike="noStrike" cap="none">
                <a:solidFill>
                  <a:srgbClr val="000000"/>
                </a:solidFill>
                <a:latin typeface="Arial"/>
                <a:ea typeface="Arial"/>
                <a:cs typeface="Arial"/>
                <a:sym typeface="Arial"/>
              </a:rPr>
              <a:t>Harris, Sarah, and David Harris. </a:t>
            </a:r>
            <a:r>
              <a:rPr lang="iw-IL" sz="3200" b="0" i="1" u="none" strike="noStrike" cap="none">
                <a:solidFill>
                  <a:srgbClr val="000000"/>
                </a:solidFill>
                <a:latin typeface="Arial"/>
                <a:ea typeface="Arial"/>
                <a:cs typeface="Arial"/>
                <a:sym typeface="Arial"/>
              </a:rPr>
              <a:t>Digital Design and Computer Architecture, RISC-V Edition</a:t>
            </a:r>
            <a:r>
              <a:rPr lang="iw-IL" sz="3200" b="0" i="0" u="none" strike="noStrike" cap="none">
                <a:solidFill>
                  <a:srgbClr val="000000"/>
                </a:solidFill>
                <a:latin typeface="Arial"/>
                <a:ea typeface="Arial"/>
                <a:cs typeface="Arial"/>
                <a:sym typeface="Arial"/>
              </a:rPr>
              <a:t>. Morgan Kaufmann, 2021. Chapters 1-5</a:t>
            </a:r>
            <a:endParaRPr sz="3200" b="0" i="0" u="none" strike="noStrike" cap="non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Module">
  <a:themeElement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931</Words>
  <Application>Microsoft Office PowerPoint</Application>
  <PresentationFormat>‫הצגה על המסך (4:3)</PresentationFormat>
  <Paragraphs>190</Paragraphs>
  <Slides>36</Slides>
  <Notes>36</Notes>
  <HiddenSlides>0</HiddenSlides>
  <MMClips>0</MMClips>
  <ScaleCrop>false</ScaleCrop>
  <HeadingPairs>
    <vt:vector size="6" baseType="variant">
      <vt:variant>
        <vt:lpstr>גופנים בשימוש</vt:lpstr>
      </vt:variant>
      <vt:variant>
        <vt:i4>6</vt:i4>
      </vt:variant>
      <vt:variant>
        <vt:lpstr>ערכת נושא</vt:lpstr>
      </vt:variant>
      <vt:variant>
        <vt:i4>1</vt:i4>
      </vt:variant>
      <vt:variant>
        <vt:lpstr>כותרות שקופיות</vt:lpstr>
      </vt:variant>
      <vt:variant>
        <vt:i4>36</vt:i4>
      </vt:variant>
    </vt:vector>
  </HeadingPairs>
  <TitlesOfParts>
    <vt:vector size="43" baseType="lpstr">
      <vt:lpstr>Noto Sans Symbols</vt:lpstr>
      <vt:lpstr>Verdana</vt:lpstr>
      <vt:lpstr>David</vt:lpstr>
      <vt:lpstr>Calibri</vt:lpstr>
      <vt:lpstr>Corbel</vt:lpstr>
      <vt:lpstr>Arial</vt:lpstr>
      <vt:lpstr>Module</vt:lpstr>
      <vt:lpstr>מצגת של PowerPoint‏</vt:lpstr>
      <vt:lpstr>מצגת של PowerPoint‏</vt:lpstr>
      <vt:lpstr>Numerical Systems מערכות ספרתיות</vt:lpstr>
      <vt:lpstr>תוכן עניינים  </vt:lpstr>
      <vt:lpstr>למה צריך את זה?</vt:lpstr>
      <vt:lpstr>למה צריך את זה?</vt:lpstr>
      <vt:lpstr>מה עובד יותר מהר?</vt:lpstr>
      <vt:lpstr>למה?</vt:lpstr>
      <vt:lpstr>מה עובד יותר מהר?</vt:lpstr>
      <vt:lpstr>למה?</vt:lpstr>
      <vt:lpstr>מה עובד יותר מהר?</vt:lpstr>
      <vt:lpstr>מה עובד יותר מהר?</vt:lpstr>
      <vt:lpstr>האם זה נכון?</vt:lpstr>
      <vt:lpstr>למה?</vt:lpstr>
      <vt:lpstr>הסיפור העצוב של הטיל אריאן 5</vt:lpstr>
      <vt:lpstr>איך המחשב עובד?</vt:lpstr>
      <vt:lpstr>במה נתמקד במדעי המחשב?</vt:lpstr>
      <vt:lpstr>במה נתמקד בקורס זה?</vt:lpstr>
      <vt:lpstr>במה נתמקד בקורס זה?</vt:lpstr>
      <vt:lpstr>מה נלמד בקורס?</vt:lpstr>
      <vt:lpstr>במה נתמקד בקורס זה?  1. מתמטיקה בינארית ופעולות בסיסיות</vt:lpstr>
      <vt:lpstr>במה נתמקד בקורס זה?  3. מכונות מצבים</vt:lpstr>
      <vt:lpstr>במה נתמקד בקורס זה?  4. אבני הבניין הבסיסים ליצירת מחשב</vt:lpstr>
      <vt:lpstr>מטרות הקורס</vt:lpstr>
      <vt:lpstr>מה תדעו בסוף הקורס?</vt:lpstr>
      <vt:lpstr>מה תדעו בסוף הקורס?</vt:lpstr>
      <vt:lpstr>איך נלמד את החומר? </vt:lpstr>
      <vt:lpstr>עקרונות הלימוד בקורס</vt:lpstr>
      <vt:lpstr>דרישות ונושאים פורמליים</vt:lpstr>
      <vt:lpstr>צוות הקורס מערכות ספרתיות</vt:lpstr>
      <vt:lpstr>דרישות פורמליות</vt:lpstr>
      <vt:lpstr>קורס מערכות ספרתיות</vt:lpstr>
      <vt:lpstr>דרישות פורמליות</vt:lpstr>
      <vt:lpstr>דרישות הקורס</vt:lpstr>
      <vt:lpstr>מבנה הציון</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Amdocs</dc:creator>
  <cp:lastModifiedBy>Amir Kolaman</cp:lastModifiedBy>
  <cp:revision>3</cp:revision>
  <dcterms:created xsi:type="dcterms:W3CDTF">2011-02-14T10:41:16Z</dcterms:created>
  <dcterms:modified xsi:type="dcterms:W3CDTF">2026-10-08T20:02:42Z</dcterms:modified>
</cp:coreProperties>
</file>