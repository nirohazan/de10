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9144000"/>
  <p:notesSz cx="6858000" cy="9144000"/>
  <p:embeddedFontLst>
    <p:embeddedFont>
      <p:font typeface="Corbel"/>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8" roundtripDataSignature="AMtx7miZ9C+yIbY96c1mMyIc5EXvr0u8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B9FC35-CAD0-4D3F-BEBE-D09448F5CC3E}">
  <a:tblStyle styleId="{D3B9FC35-CAD0-4D3F-BEBE-D09448F5CC3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8C3AE85-FB49-4CD0-B045-2F34A34AC5DA}"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CF1E6"/>
          </a:solidFill>
        </a:fill>
      </a:tcStyle>
    </a:wholeTbl>
    <a:band1H>
      <a:tcTxStyle/>
      <a:tcStyle>
        <a:fill>
          <a:solidFill>
            <a:srgbClr val="F9E2CA"/>
          </a:solidFill>
        </a:fill>
      </a:tcStyle>
    </a:band1H>
    <a:band2H>
      <a:tcTxStyle/>
    </a:band2H>
    <a:band1V>
      <a:tcTxStyle/>
      <a:tcStyle>
        <a:fill>
          <a:solidFill>
            <a:srgbClr val="F9E2C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Corbel-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Corbel-italic.fntdata"/><Relationship Id="rId23" Type="http://schemas.openxmlformats.org/officeDocument/2006/relationships/slide" Target="slides/slide17.xml"/><Relationship Id="rId45" Type="http://schemas.openxmlformats.org/officeDocument/2006/relationships/font" Target="fonts/Corbel-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Corbel-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1"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1"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1"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1" algn="r">
              <a:lnSpc>
                <a:spcPct val="100000"/>
              </a:lnSpc>
              <a:spcBef>
                <a:spcPts val="0"/>
              </a:spcBef>
              <a:spcAft>
                <a:spcPts val="0"/>
              </a:spcAft>
              <a:buClr>
                <a:srgbClr val="000000"/>
              </a:buClr>
              <a:buSzPts val="1200"/>
              <a:buFont typeface="Arial"/>
              <a:buNone/>
            </a:pPr>
            <a:fld id="{00000000-1234-1234-1234-123412341234}" type="slidenum">
              <a:rPr b="0" i="0" lang="iw-IL"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iw-IL"/>
              <a:t>An expert in the development and implementation of smart, useful, and ground-breaking computer vision systems in a research environment with high uncertainty. Responsible for leading a team of algorithm developers and programmers while creating harmony, focus, rapid learning and accelerated implementation. Doing this for twenty years, half of them in academia and half of them in industry.</a:t>
            </a:r>
            <a:br>
              <a:rPr lang="iw-IL"/>
            </a:br>
            <a:br>
              <a:rPr lang="iw-IL"/>
            </a:br>
            <a:r>
              <a:rPr lang="iw-IL"/>
              <a:t>I help engineers over achieve in their work by teaching them effective task, time, team and research management practices that have been tested and validated in my 20 years of experience in the industry and academia.</a:t>
            </a:r>
            <a:endParaRPr/>
          </a:p>
          <a:p>
            <a:pPr indent="-228600" lvl="0" marL="457200" rtl="0" algn="l">
              <a:lnSpc>
                <a:spcPct val="100000"/>
              </a:lnSpc>
              <a:spcBef>
                <a:spcPts val="360"/>
              </a:spcBef>
              <a:spcAft>
                <a:spcPts val="0"/>
              </a:spcAft>
              <a:buSzPts val="1400"/>
              <a:buNone/>
            </a:pPr>
            <a:r>
              <a:t/>
            </a:r>
            <a:endParaRPr/>
          </a:p>
        </p:txBody>
      </p:sp>
      <p:sp>
        <p:nvSpPr>
          <p:cNvPr id="91" name="Google Shape;91;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iw-IL"/>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 name="Google Shape;11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8" name="Google Shape;11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6" name="Google Shape;12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3" name="Google Shape;13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 name="Google Shape;16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 name="Google Shape;17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 name="Google Shape;18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 name="Google Shape;19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4" name="Google Shape;21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The $7 billion Ariane 5 rocket,</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launched on June 4, 1996,</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veered off course 40 seconds</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after launch, broke up, and</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exploded. The failure was</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caused when the computer</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controlling the rocket</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overflowed its 16-bit range</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and crashed.</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The code had been extensively</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tested on the Ariane 4 rocket.</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However, the Ariane 5 had a</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faster engine that produced larger</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values for the control computer,</a:t>
            </a:r>
            <a:endParaRPr/>
          </a:p>
          <a:p>
            <a:pPr indent="-228600" lvl="0" marL="457200" marR="0" rtl="0" algn="l">
              <a:lnSpc>
                <a:spcPct val="100000"/>
              </a:lnSpc>
              <a:spcBef>
                <a:spcPts val="360"/>
              </a:spcBef>
              <a:spcAft>
                <a:spcPts val="0"/>
              </a:spcAft>
              <a:buSzPts val="1400"/>
              <a:buNone/>
            </a:pPr>
            <a:r>
              <a:rPr b="0" i="0" lang="iw-IL" sz="1200" u="none" cap="none" strike="noStrike">
                <a:solidFill>
                  <a:schemeClr val="dk1"/>
                </a:solidFill>
                <a:latin typeface="Calibri"/>
                <a:ea typeface="Calibri"/>
                <a:cs typeface="Calibri"/>
                <a:sym typeface="Calibri"/>
              </a:rPr>
              <a:t>leading to the overflow.</a:t>
            </a:r>
            <a:endParaRPr/>
          </a:p>
        </p:txBody>
      </p:sp>
      <p:sp>
        <p:nvSpPr>
          <p:cNvPr id="225" name="Google Shape;225;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1" algn="r">
              <a:lnSpc>
                <a:spcPct val="100000"/>
              </a:lnSpc>
              <a:spcBef>
                <a:spcPts val="0"/>
              </a:spcBef>
              <a:spcAft>
                <a:spcPts val="0"/>
              </a:spcAft>
              <a:buSzPts val="1200"/>
              <a:buNone/>
            </a:pPr>
            <a:fld id="{00000000-1234-1234-1234-123412341234}" type="slidenum">
              <a:rPr b="0" i="0" lang="iw-IL"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4" name="Google Shape;234;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1" name="Google Shape;24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2" name="Google Shape;25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5" name="Google Shape;265;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5" name="Google Shape;2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iw-IL"/>
              <a:t>לקוח נכנס למסעדה </a:t>
            </a:r>
            <a:endParaRPr/>
          </a:p>
        </p:txBody>
      </p:sp>
      <p:sp>
        <p:nvSpPr>
          <p:cNvPr id="283" name="Google Shape;283;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1" algn="r">
              <a:lnSpc>
                <a:spcPct val="100000"/>
              </a:lnSpc>
              <a:spcBef>
                <a:spcPts val="0"/>
              </a:spcBef>
              <a:spcAft>
                <a:spcPts val="0"/>
              </a:spcAft>
              <a:buSzPts val="1400"/>
              <a:buNone/>
            </a:pPr>
            <a:fld id="{00000000-1234-1234-1234-123412341234}" type="slidenum">
              <a:rPr lang="iw-IL"/>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iw-IL"/>
              <a:t>לקוח נכנס למסעדה </a:t>
            </a:r>
            <a:endParaRPr/>
          </a:p>
        </p:txBody>
      </p:sp>
      <p:sp>
        <p:nvSpPr>
          <p:cNvPr id="292" name="Google Shape;292;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1" algn="r">
              <a:lnSpc>
                <a:spcPct val="100000"/>
              </a:lnSpc>
              <a:spcBef>
                <a:spcPts val="0"/>
              </a:spcBef>
              <a:spcAft>
                <a:spcPts val="0"/>
              </a:spcAft>
              <a:buSzPts val="1400"/>
              <a:buNone/>
            </a:pPr>
            <a:fld id="{00000000-1234-1234-1234-123412341234}" type="slidenum">
              <a:rPr lang="iw-IL"/>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iw-IL"/>
              <a:t>לקוח נכנס למסעדה </a:t>
            </a:r>
            <a:endParaRPr/>
          </a:p>
        </p:txBody>
      </p:sp>
      <p:sp>
        <p:nvSpPr>
          <p:cNvPr id="301" name="Google Shape;301;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1" algn="r">
              <a:lnSpc>
                <a:spcPct val="100000"/>
              </a:lnSpc>
              <a:spcBef>
                <a:spcPts val="0"/>
              </a:spcBef>
              <a:spcAft>
                <a:spcPts val="0"/>
              </a:spcAft>
              <a:buSzPts val="1400"/>
              <a:buNone/>
            </a:pPr>
            <a:fld id="{00000000-1234-1234-1234-123412341234}" type="slidenum">
              <a:rPr lang="iw-IL"/>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iw-IL"/>
              <a:t>לקוח נכנס למסעדה </a:t>
            </a:r>
            <a:endParaRPr/>
          </a:p>
        </p:txBody>
      </p:sp>
      <p:sp>
        <p:nvSpPr>
          <p:cNvPr id="310" name="Google Shape;310;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1" algn="r">
              <a:lnSpc>
                <a:spcPct val="100000"/>
              </a:lnSpc>
              <a:spcBef>
                <a:spcPts val="0"/>
              </a:spcBef>
              <a:spcAft>
                <a:spcPts val="0"/>
              </a:spcAft>
              <a:buSzPts val="1400"/>
              <a:buNone/>
            </a:pPr>
            <a:fld id="{00000000-1234-1234-1234-123412341234}" type="slidenum">
              <a:rPr lang="iw-IL"/>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8" name="Google Shape;31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0" name="Google Shape;330;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4b90bdec2f950e3c_2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7" name="Google Shape;337;g4b90bdec2f950e3c_2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4" name="Google Shape;34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1" name="Google Shape;35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8" name="Google Shape;35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5" name="Google Shape;36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2" name="Google Shape;37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9" name="Google Shape;379;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6" name="Google Shape;38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3" name="Google Shape;39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0" name="Google Shape;40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8" name="Google Shape;4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7" name="Shape 17"/>
        <p:cNvGrpSpPr/>
        <p:nvPr/>
      </p:nvGrpSpPr>
      <p:grpSpPr>
        <a:xfrm>
          <a:off x="0" y="0"/>
          <a:ext cx="0" cy="0"/>
          <a:chOff x="0" y="0"/>
          <a:chExt cx="0" cy="0"/>
        </a:xfrm>
      </p:grpSpPr>
      <p:sp>
        <p:nvSpPr>
          <p:cNvPr id="18" name="Google Shape;18;p65"/>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5"/>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5"/>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BEC4D3"/>
            </a:gs>
            <a:gs pos="12000">
              <a:srgbClr val="BEC4D3"/>
            </a:gs>
            <a:gs pos="20000">
              <a:srgbClr val="BDC3D1"/>
            </a:gs>
            <a:gs pos="100000">
              <a:srgbClr val="343945"/>
            </a:gs>
          </a:gsLst>
          <a:path path="circle">
            <a:fillToRect b="50%" l="50%" r="50%" t="50%"/>
          </a:path>
          <a:tileRect/>
        </a:gradFill>
      </p:bgPr>
    </p:bg>
    <p:spTree>
      <p:nvGrpSpPr>
        <p:cNvPr id="21" name="Shape 21"/>
        <p:cNvGrpSpPr/>
        <p:nvPr/>
      </p:nvGrpSpPr>
      <p:grpSpPr>
        <a:xfrm>
          <a:off x="0" y="0"/>
          <a:ext cx="0" cy="0"/>
          <a:chOff x="0" y="0"/>
          <a:chExt cx="0" cy="0"/>
        </a:xfrm>
      </p:grpSpPr>
      <p:sp>
        <p:nvSpPr>
          <p:cNvPr id="22" name="Google Shape;22;p29"/>
          <p:cNvSpPr/>
          <p:nvPr/>
        </p:nvSpPr>
        <p:spPr>
          <a:xfrm>
            <a:off x="0" y="0"/>
            <a:ext cx="9144000" cy="5135563"/>
          </a:xfrm>
          <a:prstGeom prst="rect">
            <a:avLst/>
          </a:prstGeom>
          <a:solidFill>
            <a:srgbClr val="000000"/>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 name="Google Shape;23;p29"/>
          <p:cNvSpPr/>
          <p:nvPr/>
        </p:nvSpPr>
        <p:spPr>
          <a:xfrm>
            <a:off x="0" y="5127625"/>
            <a:ext cx="9144000" cy="46038"/>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 name="Google Shape;24;p29"/>
          <p:cNvSpPr txBox="1"/>
          <p:nvPr>
            <p:ph type="ctrTitle"/>
          </p:nvPr>
        </p:nvSpPr>
        <p:spPr>
          <a:xfrm>
            <a:off x="685800" y="3355848"/>
            <a:ext cx="8077200" cy="1673352"/>
          </a:xfrm>
          <a:prstGeom prst="rect">
            <a:avLst/>
          </a:prstGeom>
          <a:noFill/>
          <a:ln>
            <a:noFill/>
          </a:ln>
        </p:spPr>
        <p:txBody>
          <a:bodyPr anchorCtr="0" anchor="t" bIns="0" lIns="91425" spcFirstLastPara="1" rIns="45700" wrap="square" tIns="0">
            <a:normAutofit/>
          </a:bodyPr>
          <a:lstStyle>
            <a:lvl1pPr lvl="0" algn="l">
              <a:lnSpc>
                <a:spcPct val="100000"/>
              </a:lnSpc>
              <a:spcBef>
                <a:spcPts val="0"/>
              </a:spcBef>
              <a:spcAft>
                <a:spcPts val="0"/>
              </a:spcAft>
              <a:buSzPts val="1400"/>
              <a:buNone/>
              <a:defRPr b="1" sz="4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p:nvPr>
            <p:ph idx="1" type="subTitle"/>
          </p:nvPr>
        </p:nvSpPr>
        <p:spPr>
          <a:xfrm>
            <a:off x="685800" y="1828800"/>
            <a:ext cx="8077200" cy="1499616"/>
          </a:xfrm>
          <a:prstGeom prst="rect">
            <a:avLst/>
          </a:prstGeom>
          <a:noFill/>
          <a:ln>
            <a:noFill/>
          </a:ln>
        </p:spPr>
        <p:txBody>
          <a:bodyPr anchorCtr="0" anchor="b" bIns="0" lIns="118850" spcFirstLastPara="1" rIns="45700" wrap="square" tIns="0">
            <a:noAutofit/>
          </a:bodyPr>
          <a:lstStyle>
            <a:lvl1pPr lvl="0" algn="l">
              <a:lnSpc>
                <a:spcPct val="100000"/>
              </a:lnSpc>
              <a:spcBef>
                <a:spcPts val="0"/>
              </a:spcBef>
              <a:spcAft>
                <a:spcPts val="0"/>
              </a:spcAft>
              <a:buSzPts val="1600"/>
              <a:buNone/>
              <a:defRPr sz="2000">
                <a:solidFill>
                  <a:srgbClr val="FFFFFF"/>
                </a:solidFill>
              </a:defRPr>
            </a:lvl1pPr>
            <a:lvl2pPr lvl="1" algn="ctr">
              <a:lnSpc>
                <a:spcPct val="100000"/>
              </a:lnSpc>
              <a:spcBef>
                <a:spcPts val="560"/>
              </a:spcBef>
              <a:spcAft>
                <a:spcPts val="0"/>
              </a:spcAft>
              <a:buSzPts val="2520"/>
              <a:buNone/>
              <a:defRPr>
                <a:solidFill>
                  <a:schemeClr val="lt1"/>
                </a:solidFill>
              </a:defRPr>
            </a:lvl2pPr>
            <a:lvl3pPr lvl="2" algn="ctr">
              <a:lnSpc>
                <a:spcPct val="100000"/>
              </a:lnSpc>
              <a:spcBef>
                <a:spcPts val="480"/>
              </a:spcBef>
              <a:spcAft>
                <a:spcPts val="0"/>
              </a:spcAft>
              <a:buSzPts val="2400"/>
              <a:buNone/>
              <a:defRPr>
                <a:solidFill>
                  <a:schemeClr val="lt1"/>
                </a:solidFill>
              </a:defRPr>
            </a:lvl3pPr>
            <a:lvl4pPr lvl="3" algn="ctr">
              <a:lnSpc>
                <a:spcPct val="100000"/>
              </a:lnSpc>
              <a:spcBef>
                <a:spcPts val="400"/>
              </a:spcBef>
              <a:spcAft>
                <a:spcPts val="0"/>
              </a:spcAft>
              <a:buSzPts val="2000"/>
              <a:buNone/>
              <a:defRPr>
                <a:solidFill>
                  <a:schemeClr val="lt1"/>
                </a:solidFill>
              </a:defRPr>
            </a:lvl4pPr>
            <a:lvl5pPr lvl="4" algn="ctr">
              <a:lnSpc>
                <a:spcPct val="100000"/>
              </a:lnSpc>
              <a:spcBef>
                <a:spcPts val="400"/>
              </a:spcBef>
              <a:spcAft>
                <a:spcPts val="0"/>
              </a:spcAft>
              <a:buSzPts val="2000"/>
              <a:buNone/>
              <a:defRPr>
                <a:solidFill>
                  <a:schemeClr val="lt1"/>
                </a:solidFill>
              </a:defRPr>
            </a:lvl5pPr>
            <a:lvl6pPr lvl="5" algn="ctr">
              <a:lnSpc>
                <a:spcPct val="100000"/>
              </a:lnSpc>
              <a:spcBef>
                <a:spcPts val="400"/>
              </a:spcBef>
              <a:spcAft>
                <a:spcPts val="0"/>
              </a:spcAft>
              <a:buSzPts val="2000"/>
              <a:buNone/>
              <a:defRPr>
                <a:solidFill>
                  <a:schemeClr val="lt1"/>
                </a:solidFill>
              </a:defRPr>
            </a:lvl6pPr>
            <a:lvl7pPr lvl="6" algn="ctr">
              <a:lnSpc>
                <a:spcPct val="100000"/>
              </a:lnSpc>
              <a:spcBef>
                <a:spcPts val="360"/>
              </a:spcBef>
              <a:spcAft>
                <a:spcPts val="0"/>
              </a:spcAft>
              <a:buSzPts val="1800"/>
              <a:buNone/>
              <a:defRPr>
                <a:solidFill>
                  <a:schemeClr val="lt1"/>
                </a:solidFill>
              </a:defRPr>
            </a:lvl7pPr>
            <a:lvl8pPr lvl="7" algn="ctr">
              <a:lnSpc>
                <a:spcPct val="100000"/>
              </a:lnSpc>
              <a:spcBef>
                <a:spcPts val="360"/>
              </a:spcBef>
              <a:spcAft>
                <a:spcPts val="0"/>
              </a:spcAft>
              <a:buSzPts val="1800"/>
              <a:buNone/>
              <a:defRPr>
                <a:solidFill>
                  <a:schemeClr val="lt1"/>
                </a:solidFill>
              </a:defRPr>
            </a:lvl8pPr>
            <a:lvl9pPr lvl="8" algn="ctr">
              <a:lnSpc>
                <a:spcPct val="100000"/>
              </a:lnSpc>
              <a:spcBef>
                <a:spcPts val="360"/>
              </a:spcBef>
              <a:spcAft>
                <a:spcPts val="0"/>
              </a:spcAft>
              <a:buSzPts val="1800"/>
              <a:buNone/>
              <a:defRPr>
                <a:solidFill>
                  <a:schemeClr val="lt1"/>
                </a:solidFill>
              </a:defRPr>
            </a:lvl9pPr>
          </a:lstStyle>
          <a:p/>
        </p:txBody>
      </p:sp>
      <p:sp>
        <p:nvSpPr>
          <p:cNvPr id="26" name="Google Shape;26;p29"/>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9"/>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9"/>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30"/>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lvl1pPr indent="-320040" lvl="0" marL="457200" algn="l">
              <a:lnSpc>
                <a:spcPct val="100000"/>
              </a:lnSpc>
              <a:spcBef>
                <a:spcPts val="0"/>
              </a:spcBef>
              <a:spcAft>
                <a:spcPts val="0"/>
              </a:spcAft>
              <a:buSzPts val="1440"/>
              <a:buChar char="◼"/>
              <a:defRPr/>
            </a:lvl1pPr>
            <a:lvl2pPr indent="-331470" lvl="1" marL="914400" algn="l">
              <a:lnSpc>
                <a:spcPct val="100000"/>
              </a:lnSpc>
              <a:spcBef>
                <a:spcPts val="360"/>
              </a:spcBef>
              <a:spcAft>
                <a:spcPts val="0"/>
              </a:spcAft>
              <a:buSzPts val="162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2" name="Google Shape;32;p30"/>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0"/>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0"/>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34"/>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4"/>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4"/>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4"/>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2"/>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p:nvPr>
            <p:ph idx="1" type="body"/>
          </p:nvPr>
        </p:nvSpPr>
        <p:spPr>
          <a:xfrm>
            <a:off x="457200" y="1773936"/>
            <a:ext cx="4038600" cy="4623816"/>
          </a:xfrm>
          <a:prstGeom prst="rect">
            <a:avLst/>
          </a:prstGeom>
          <a:noFill/>
          <a:ln>
            <a:noFill/>
          </a:ln>
        </p:spPr>
        <p:txBody>
          <a:bodyPr anchorCtr="0" anchor="t" bIns="45700" lIns="91425" spcFirstLastPara="1" rIns="91425" wrap="square" tIns="91425">
            <a:noAutofit/>
          </a:bodyPr>
          <a:lstStyle>
            <a:lvl1pPr indent="-370840" lvl="0" marL="457200" algn="l">
              <a:lnSpc>
                <a:spcPct val="100000"/>
              </a:lnSpc>
              <a:spcBef>
                <a:spcPts val="0"/>
              </a:spcBef>
              <a:spcAft>
                <a:spcPts val="0"/>
              </a:spcAft>
              <a:buSzPts val="2240"/>
              <a:buChar char="◼"/>
              <a:defRPr sz="2800"/>
            </a:lvl1pPr>
            <a:lvl2pPr indent="-365760" lvl="1" marL="914400" algn="l">
              <a:lnSpc>
                <a:spcPct val="100000"/>
              </a:lnSpc>
              <a:spcBef>
                <a:spcPts val="480"/>
              </a:spcBef>
              <a:spcAft>
                <a:spcPts val="0"/>
              </a:spcAft>
              <a:buSzPts val="216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43" name="Google Shape;43;p32"/>
          <p:cNvSpPr txBox="1"/>
          <p:nvPr>
            <p:ph idx="2" type="body"/>
          </p:nvPr>
        </p:nvSpPr>
        <p:spPr>
          <a:xfrm>
            <a:off x="4648200" y="1773936"/>
            <a:ext cx="4038600" cy="4623816"/>
          </a:xfrm>
          <a:prstGeom prst="rect">
            <a:avLst/>
          </a:prstGeom>
          <a:noFill/>
          <a:ln>
            <a:noFill/>
          </a:ln>
        </p:spPr>
        <p:txBody>
          <a:bodyPr anchorCtr="0" anchor="t" bIns="45700" lIns="54850" spcFirstLastPara="1" rIns="91425" wrap="square" tIns="91425">
            <a:noAutofit/>
          </a:bodyPr>
          <a:lstStyle>
            <a:lvl1pPr indent="-370840" lvl="0" marL="457200" algn="l">
              <a:lnSpc>
                <a:spcPct val="100000"/>
              </a:lnSpc>
              <a:spcBef>
                <a:spcPts val="0"/>
              </a:spcBef>
              <a:spcAft>
                <a:spcPts val="0"/>
              </a:spcAft>
              <a:buSzPts val="2240"/>
              <a:buChar char="◼"/>
              <a:defRPr sz="2800"/>
            </a:lvl1pPr>
            <a:lvl2pPr indent="-365760" lvl="1" marL="914400" algn="l">
              <a:lnSpc>
                <a:spcPct val="100000"/>
              </a:lnSpc>
              <a:spcBef>
                <a:spcPts val="480"/>
              </a:spcBef>
              <a:spcAft>
                <a:spcPts val="0"/>
              </a:spcAft>
              <a:buSzPts val="216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44" name="Google Shape;44;p32"/>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2"/>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2"/>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3"/>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3"/>
          <p:cNvSpPr txBox="1"/>
          <p:nvPr>
            <p:ph idx="1" type="body"/>
          </p:nvPr>
        </p:nvSpPr>
        <p:spPr>
          <a:xfrm>
            <a:off x="457200" y="1698987"/>
            <a:ext cx="4040188" cy="715355"/>
          </a:xfrm>
          <a:prstGeom prst="rect">
            <a:avLst/>
          </a:prstGeom>
          <a:noFill/>
          <a:ln>
            <a:noFill/>
          </a:ln>
        </p:spPr>
        <p:txBody>
          <a:bodyPr anchorCtr="0" anchor="ctr" bIns="45700" lIns="146300" spcFirstLastPara="1" rIns="91425" wrap="square" tIns="91425">
            <a:noAutofit/>
          </a:bodyPr>
          <a:lstStyle>
            <a:lvl1pPr indent="-228600" lvl="0" marL="457200" algn="l">
              <a:lnSpc>
                <a:spcPct val="100000"/>
              </a:lnSpc>
              <a:spcBef>
                <a:spcPts val="0"/>
              </a:spcBef>
              <a:spcAft>
                <a:spcPts val="0"/>
              </a:spcAft>
              <a:buSzPts val="1840"/>
              <a:buNone/>
              <a:defRPr b="1" sz="2300" cap="none"/>
            </a:lvl1pPr>
            <a:lvl2pPr indent="-228600" lvl="1" marL="914400" algn="l">
              <a:lnSpc>
                <a:spcPct val="100000"/>
              </a:lnSpc>
              <a:spcBef>
                <a:spcPts val="400"/>
              </a:spcBef>
              <a:spcAft>
                <a:spcPts val="0"/>
              </a:spcAft>
              <a:buSzPts val="18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50" name="Google Shape;50;p33"/>
          <p:cNvSpPr txBox="1"/>
          <p:nvPr>
            <p:ph idx="2" type="body"/>
          </p:nvPr>
        </p:nvSpPr>
        <p:spPr>
          <a:xfrm>
            <a:off x="457200" y="2449512"/>
            <a:ext cx="4040188" cy="3951288"/>
          </a:xfrm>
          <a:prstGeom prst="rect">
            <a:avLst/>
          </a:prstGeom>
          <a:noFill/>
          <a:ln>
            <a:noFill/>
          </a:ln>
        </p:spPr>
        <p:txBody>
          <a:bodyPr anchorCtr="0" anchor="t" bIns="45700" lIns="54850" spcFirstLastPara="1" rIns="91425" wrap="square" tIns="91425">
            <a:noAutofit/>
          </a:bodyPr>
          <a:lstStyle>
            <a:lvl1pPr indent="-350520" lvl="0" marL="457200" algn="l">
              <a:lnSpc>
                <a:spcPct val="100000"/>
              </a:lnSpc>
              <a:spcBef>
                <a:spcPts val="0"/>
              </a:spcBef>
              <a:spcAft>
                <a:spcPts val="0"/>
              </a:spcAft>
              <a:buSzPts val="1920"/>
              <a:buChar char="◼"/>
              <a:defRPr sz="2400"/>
            </a:lvl1pPr>
            <a:lvl2pPr indent="-342900" lvl="1" marL="914400" algn="l">
              <a:lnSpc>
                <a:spcPct val="100000"/>
              </a:lnSpc>
              <a:spcBef>
                <a:spcPts val="400"/>
              </a:spcBef>
              <a:spcAft>
                <a:spcPts val="0"/>
              </a:spcAft>
              <a:buSzPts val="1800"/>
              <a:buChar char="▪"/>
              <a:defRPr sz="2000"/>
            </a:lvl2pPr>
            <a:lvl3pPr indent="-342900" lvl="2" marL="1371600" algn="l">
              <a:lnSpc>
                <a:spcPct val="100000"/>
              </a:lnSpc>
              <a:spcBef>
                <a:spcPts val="360"/>
              </a:spcBef>
              <a:spcAft>
                <a:spcPts val="0"/>
              </a:spcAft>
              <a:buSzPts val="180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320"/>
              </a:spcBef>
              <a:spcAft>
                <a:spcPts val="0"/>
              </a:spcAft>
              <a:buSzPts val="1600"/>
              <a:buChar char="🢝"/>
              <a:defRPr sz="16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51" name="Google Shape;51;p33"/>
          <p:cNvSpPr txBox="1"/>
          <p:nvPr>
            <p:ph idx="3" type="body"/>
          </p:nvPr>
        </p:nvSpPr>
        <p:spPr>
          <a:xfrm>
            <a:off x="4645025" y="1698987"/>
            <a:ext cx="4041775" cy="715355"/>
          </a:xfrm>
          <a:prstGeom prst="rect">
            <a:avLst/>
          </a:prstGeom>
          <a:noFill/>
          <a:ln>
            <a:noFill/>
          </a:ln>
        </p:spPr>
        <p:txBody>
          <a:bodyPr anchorCtr="0" anchor="ctr" bIns="45700" lIns="146300" spcFirstLastPara="1" rIns="91425" wrap="square" tIns="91425">
            <a:noAutofit/>
          </a:bodyPr>
          <a:lstStyle>
            <a:lvl1pPr indent="-228600" lvl="0" marL="457200" algn="l">
              <a:lnSpc>
                <a:spcPct val="100000"/>
              </a:lnSpc>
              <a:spcBef>
                <a:spcPts val="0"/>
              </a:spcBef>
              <a:spcAft>
                <a:spcPts val="0"/>
              </a:spcAft>
              <a:buSzPts val="1840"/>
              <a:buNone/>
              <a:defRPr b="1" sz="2300" cap="none"/>
            </a:lvl1pPr>
            <a:lvl2pPr indent="-228600" lvl="1" marL="914400" algn="l">
              <a:lnSpc>
                <a:spcPct val="100000"/>
              </a:lnSpc>
              <a:spcBef>
                <a:spcPts val="400"/>
              </a:spcBef>
              <a:spcAft>
                <a:spcPts val="0"/>
              </a:spcAft>
              <a:buSzPts val="18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52" name="Google Shape;52;p33"/>
          <p:cNvSpPr txBox="1"/>
          <p:nvPr>
            <p:ph idx="4" type="body"/>
          </p:nvPr>
        </p:nvSpPr>
        <p:spPr>
          <a:xfrm>
            <a:off x="4645025" y="2449512"/>
            <a:ext cx="4041775" cy="3951288"/>
          </a:xfrm>
          <a:prstGeom prst="rect">
            <a:avLst/>
          </a:prstGeom>
          <a:noFill/>
          <a:ln>
            <a:noFill/>
          </a:ln>
        </p:spPr>
        <p:txBody>
          <a:bodyPr anchorCtr="0" anchor="t" bIns="45700" lIns="54850" spcFirstLastPara="1" rIns="91425" wrap="square" tIns="91425">
            <a:noAutofit/>
          </a:bodyPr>
          <a:lstStyle>
            <a:lvl1pPr indent="-350520" lvl="0" marL="457200" algn="l">
              <a:lnSpc>
                <a:spcPct val="100000"/>
              </a:lnSpc>
              <a:spcBef>
                <a:spcPts val="0"/>
              </a:spcBef>
              <a:spcAft>
                <a:spcPts val="0"/>
              </a:spcAft>
              <a:buSzPts val="1920"/>
              <a:buChar char="◼"/>
              <a:defRPr sz="2400"/>
            </a:lvl1pPr>
            <a:lvl2pPr indent="-342900" lvl="1" marL="914400" algn="l">
              <a:lnSpc>
                <a:spcPct val="100000"/>
              </a:lnSpc>
              <a:spcBef>
                <a:spcPts val="400"/>
              </a:spcBef>
              <a:spcAft>
                <a:spcPts val="0"/>
              </a:spcAft>
              <a:buSzPts val="1800"/>
              <a:buChar char="▪"/>
              <a:defRPr sz="2000"/>
            </a:lvl2pPr>
            <a:lvl3pPr indent="-342900" lvl="2" marL="1371600" algn="l">
              <a:lnSpc>
                <a:spcPct val="100000"/>
              </a:lnSpc>
              <a:spcBef>
                <a:spcPts val="360"/>
              </a:spcBef>
              <a:spcAft>
                <a:spcPts val="0"/>
              </a:spcAft>
              <a:buSzPts val="180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320"/>
              </a:spcBef>
              <a:spcAft>
                <a:spcPts val="0"/>
              </a:spcAft>
              <a:buSzPts val="1600"/>
              <a:buChar char="🢝"/>
              <a:defRPr sz="16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53" name="Google Shape;53;p33"/>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3"/>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3"/>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36"/>
          <p:cNvSpPr/>
          <p:nvPr/>
        </p:nvSpPr>
        <p:spPr>
          <a:xfrm>
            <a:off x="2855913" y="0"/>
            <a:ext cx="46037" cy="1454150"/>
          </a:xfrm>
          <a:prstGeom prst="rect">
            <a:avLst/>
          </a:prstGeom>
          <a:solidFill>
            <a:srgbClr val="FFFFFF"/>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 name="Google Shape;58;p36"/>
          <p:cNvSpPr/>
          <p:nvPr/>
        </p:nvSpPr>
        <p:spPr>
          <a:xfrm>
            <a:off x="2855913" y="0"/>
            <a:ext cx="46037" cy="1454150"/>
          </a:xfrm>
          <a:prstGeom prst="rect">
            <a:avLst/>
          </a:prstGeom>
          <a:solidFill>
            <a:srgbClr val="FFFFFF"/>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 name="Google Shape;59;p36"/>
          <p:cNvSpPr txBox="1"/>
          <p:nvPr>
            <p:ph type="title"/>
          </p:nvPr>
        </p:nvSpPr>
        <p:spPr>
          <a:xfrm>
            <a:off x="167838" y="152400"/>
            <a:ext cx="2523744" cy="978408"/>
          </a:xfrm>
          <a:prstGeom prst="rect">
            <a:avLst/>
          </a:prstGeom>
          <a:noFill/>
          <a:ln>
            <a:noFill/>
          </a:ln>
        </p:spPr>
        <p:txBody>
          <a:bodyPr anchorCtr="0" anchor="b" bIns="0" lIns="73150" spcFirstLastPara="1" rIns="45700" wrap="square" tIns="45700">
            <a:normAutofit/>
          </a:bodyPr>
          <a:lstStyle>
            <a:lvl1pPr lvl="0" algn="l">
              <a:lnSpc>
                <a:spcPct val="100000"/>
              </a:lnSpc>
              <a:spcBef>
                <a:spcPts val="0"/>
              </a:spcBef>
              <a:spcAft>
                <a:spcPts val="0"/>
              </a:spcAft>
              <a:buSzPts val="1400"/>
              <a:buNone/>
              <a:defRPr b="0"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 type="body"/>
          </p:nvPr>
        </p:nvSpPr>
        <p:spPr>
          <a:xfrm>
            <a:off x="3019377" y="1743133"/>
            <a:ext cx="5920641" cy="4558885"/>
          </a:xfrm>
          <a:prstGeom prst="rect">
            <a:avLst/>
          </a:prstGeom>
          <a:noFill/>
          <a:ln>
            <a:noFill/>
          </a:ln>
        </p:spPr>
        <p:txBody>
          <a:bodyPr anchorCtr="0" anchor="t" bIns="45700" lIns="54850" spcFirstLastPara="1" rIns="91425" wrap="square" tIns="91425">
            <a:noAutofit/>
          </a:bodyPr>
          <a:lstStyle>
            <a:lvl1pPr indent="-391160" lvl="0" marL="457200" algn="l">
              <a:lnSpc>
                <a:spcPct val="100000"/>
              </a:lnSpc>
              <a:spcBef>
                <a:spcPts val="0"/>
              </a:spcBef>
              <a:spcAft>
                <a:spcPts val="0"/>
              </a:spcAft>
              <a:buSzPts val="2560"/>
              <a:buChar char="◼"/>
              <a:defRPr sz="3200"/>
            </a:lvl1pPr>
            <a:lvl2pPr indent="-388620" lvl="1" marL="914400" algn="l">
              <a:lnSpc>
                <a:spcPct val="100000"/>
              </a:lnSpc>
              <a:spcBef>
                <a:spcPts val="560"/>
              </a:spcBef>
              <a:spcAft>
                <a:spcPts val="0"/>
              </a:spcAft>
              <a:buSzPts val="252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61" name="Google Shape;61;p36"/>
          <p:cNvSpPr txBox="1"/>
          <p:nvPr>
            <p:ph idx="2" type="body"/>
          </p:nvPr>
        </p:nvSpPr>
        <p:spPr>
          <a:xfrm>
            <a:off x="167838" y="1730018"/>
            <a:ext cx="2468880" cy="4572000"/>
          </a:xfrm>
          <a:prstGeom prst="rect">
            <a:avLst/>
          </a:prstGeom>
          <a:noFill/>
          <a:ln>
            <a:noFill/>
          </a:ln>
        </p:spPr>
        <p:txBody>
          <a:bodyPr anchorCtr="0" anchor="t" bIns="45700" lIns="54850" spcFirstLastPara="1" rIns="91425" wrap="square" tIns="91425">
            <a:no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240"/>
              </a:spcBef>
              <a:spcAft>
                <a:spcPts val="0"/>
              </a:spcAft>
              <a:buSzPts val="108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62" name="Google Shape;62;p36"/>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6"/>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6"/>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65" name="Shape 65"/>
        <p:cNvGrpSpPr/>
        <p:nvPr/>
      </p:nvGrpSpPr>
      <p:grpSpPr>
        <a:xfrm>
          <a:off x="0" y="0"/>
          <a:ext cx="0" cy="0"/>
          <a:chOff x="0" y="0"/>
          <a:chExt cx="0" cy="0"/>
        </a:xfrm>
      </p:grpSpPr>
      <p:sp>
        <p:nvSpPr>
          <p:cNvPr id="66" name="Google Shape;66;p37"/>
          <p:cNvSpPr/>
          <p:nvPr/>
        </p:nvSpPr>
        <p:spPr>
          <a:xfrm>
            <a:off x="2855913" y="0"/>
            <a:ext cx="46037"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 name="Google Shape;67;p37"/>
          <p:cNvSpPr/>
          <p:nvPr/>
        </p:nvSpPr>
        <p:spPr>
          <a:xfrm>
            <a:off x="2855913" y="0"/>
            <a:ext cx="46037"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 name="Google Shape;68;p37"/>
          <p:cNvSpPr txBox="1"/>
          <p:nvPr>
            <p:ph type="title"/>
          </p:nvPr>
        </p:nvSpPr>
        <p:spPr>
          <a:xfrm>
            <a:off x="164592" y="155448"/>
            <a:ext cx="2525150" cy="978408"/>
          </a:xfrm>
          <a:prstGeom prst="rect">
            <a:avLst/>
          </a:prstGeom>
          <a:noFill/>
          <a:ln>
            <a:noFill/>
          </a:ln>
        </p:spPr>
        <p:txBody>
          <a:bodyPr anchorCtr="0" anchor="b" bIns="0" lIns="73150" spcFirstLastPara="1" rIns="45700" wrap="square" tIns="45700">
            <a:normAutofit/>
          </a:bodyPr>
          <a:lstStyle>
            <a:lvl1pPr lvl="0" algn="l">
              <a:lnSpc>
                <a:spcPct val="100000"/>
              </a:lnSpc>
              <a:spcBef>
                <a:spcPts val="0"/>
              </a:spcBef>
              <a:spcAft>
                <a:spcPts val="0"/>
              </a:spcAft>
              <a:buSzPts val="1400"/>
              <a:buNone/>
              <a:defRPr b="0"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7"/>
          <p:cNvSpPr/>
          <p:nvPr>
            <p:ph idx="2" type="pic"/>
          </p:nvPr>
        </p:nvSpPr>
        <p:spPr>
          <a:xfrm>
            <a:off x="2903805" y="1484808"/>
            <a:ext cx="6247397" cy="5373192"/>
          </a:xfrm>
          <a:prstGeom prst="rect">
            <a:avLst/>
          </a:prstGeom>
          <a:solidFill>
            <a:srgbClr val="BABABB"/>
          </a:solidFill>
          <a:ln>
            <a:noFill/>
          </a:ln>
        </p:spPr>
      </p:sp>
      <p:sp>
        <p:nvSpPr>
          <p:cNvPr id="70" name="Google Shape;70;p37"/>
          <p:cNvSpPr txBox="1"/>
          <p:nvPr>
            <p:ph idx="1" type="body"/>
          </p:nvPr>
        </p:nvSpPr>
        <p:spPr>
          <a:xfrm>
            <a:off x="164592" y="1728216"/>
            <a:ext cx="2468880" cy="4572000"/>
          </a:xfrm>
          <a:prstGeom prst="rect">
            <a:avLst/>
          </a:prstGeom>
          <a:noFill/>
          <a:ln>
            <a:noFill/>
          </a:ln>
        </p:spPr>
        <p:txBody>
          <a:bodyPr anchorCtr="0" anchor="t" bIns="45700" lIns="54850" spcFirstLastPara="1" rIns="91425" wrap="square" tIns="91425">
            <a:no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240"/>
              </a:spcBef>
              <a:spcAft>
                <a:spcPts val="0"/>
              </a:spcAft>
              <a:buSzPts val="108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71" name="Google Shape;71;p37"/>
          <p:cNvSpPr txBox="1"/>
          <p:nvPr>
            <p:ph idx="10" type="dt"/>
          </p:nvPr>
        </p:nvSpPr>
        <p:spPr>
          <a:xfrm>
            <a:off x="165100" y="1169988"/>
            <a:ext cx="2522538" cy="201612"/>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7"/>
          <p:cNvSpPr txBox="1"/>
          <p:nvPr>
            <p:ph idx="11" type="ftr"/>
          </p:nvPr>
        </p:nvSpPr>
        <p:spPr>
          <a:xfrm>
            <a:off x="3035300" y="1169988"/>
            <a:ext cx="5194300" cy="201612"/>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solidFill>
                  <a:srgbClr val="BABABA"/>
                </a:solidFill>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7"/>
          <p:cNvSpPr txBox="1"/>
          <p:nvPr>
            <p:ph idx="12" type="sldNum"/>
          </p:nvPr>
        </p:nvSpPr>
        <p:spPr>
          <a:xfrm>
            <a:off x="8339138" y="1169988"/>
            <a:ext cx="733425" cy="201612"/>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38"/>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8"/>
          <p:cNvSpPr txBox="1"/>
          <p:nvPr>
            <p:ph idx="1" type="body"/>
          </p:nvPr>
        </p:nvSpPr>
        <p:spPr>
          <a:xfrm rot="5400000">
            <a:off x="2259013" y="-26987"/>
            <a:ext cx="4625975" cy="8229600"/>
          </a:xfrm>
          <a:prstGeom prst="rect">
            <a:avLst/>
          </a:prstGeom>
          <a:noFill/>
          <a:ln>
            <a:noFill/>
          </a:ln>
        </p:spPr>
        <p:txBody>
          <a:bodyPr anchorCtr="0" anchor="t" bIns="45700" lIns="54850" spcFirstLastPara="1" rIns="91425" wrap="square" tIns="91425">
            <a:noAutofit/>
          </a:bodyPr>
          <a:lstStyle>
            <a:lvl1pPr indent="-320040" lvl="0" marL="457200" algn="l">
              <a:lnSpc>
                <a:spcPct val="100000"/>
              </a:lnSpc>
              <a:spcBef>
                <a:spcPts val="0"/>
              </a:spcBef>
              <a:spcAft>
                <a:spcPts val="0"/>
              </a:spcAft>
              <a:buSzPts val="1440"/>
              <a:buChar char="◼"/>
              <a:defRPr/>
            </a:lvl1pPr>
            <a:lvl2pPr indent="-331470" lvl="1" marL="914400" algn="l">
              <a:lnSpc>
                <a:spcPct val="100000"/>
              </a:lnSpc>
              <a:spcBef>
                <a:spcPts val="360"/>
              </a:spcBef>
              <a:spcAft>
                <a:spcPts val="0"/>
              </a:spcAft>
              <a:buSzPts val="162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7" name="Google Shape;77;p38"/>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8"/>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8"/>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39"/>
          <p:cNvSpPr/>
          <p:nvPr/>
        </p:nvSpPr>
        <p:spPr>
          <a:xfrm>
            <a:off x="6599238" y="0"/>
            <a:ext cx="46037" cy="68580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 name="Google Shape;82;p39"/>
          <p:cNvSpPr/>
          <p:nvPr/>
        </p:nvSpPr>
        <p:spPr>
          <a:xfrm>
            <a:off x="6648450" y="0"/>
            <a:ext cx="2514600" cy="6858000"/>
          </a:xfrm>
          <a:prstGeom prst="rect">
            <a:avLst/>
          </a:prstGeom>
          <a:solidFill>
            <a:srgbClr val="000000"/>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 name="Google Shape;83;p39"/>
          <p:cNvSpPr txBox="1"/>
          <p:nvPr>
            <p:ph type="title"/>
          </p:nvPr>
        </p:nvSpPr>
        <p:spPr>
          <a:xfrm rot="5400000">
            <a:off x="4808538" y="2247903"/>
            <a:ext cx="5851525" cy="1905000"/>
          </a:xfrm>
          <a:prstGeom prst="rect">
            <a:avLst/>
          </a:prstGeom>
          <a:noFill/>
          <a:ln>
            <a:noFill/>
          </a:ln>
        </p:spPr>
        <p:txBody>
          <a:bodyPr anchorCtr="0" anchor="ctr" bIns="45700" lIns="91425" spcFirstLastPara="1" rIns="45700"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9"/>
          <p:cNvSpPr txBox="1"/>
          <p:nvPr>
            <p:ph idx="1" type="body"/>
          </p:nvPr>
        </p:nvSpPr>
        <p:spPr>
          <a:xfrm rot="5400000">
            <a:off x="541338" y="220662"/>
            <a:ext cx="5851525" cy="6019800"/>
          </a:xfrm>
          <a:prstGeom prst="rect">
            <a:avLst/>
          </a:prstGeom>
          <a:noFill/>
          <a:ln>
            <a:noFill/>
          </a:ln>
        </p:spPr>
        <p:txBody>
          <a:bodyPr anchorCtr="0" anchor="t" bIns="45700" lIns="54850" spcFirstLastPara="1" rIns="91425" wrap="square" tIns="91425">
            <a:noAutofit/>
          </a:bodyPr>
          <a:lstStyle>
            <a:lvl1pPr indent="-320040" lvl="0" marL="457200" algn="l">
              <a:lnSpc>
                <a:spcPct val="100000"/>
              </a:lnSpc>
              <a:spcBef>
                <a:spcPts val="0"/>
              </a:spcBef>
              <a:spcAft>
                <a:spcPts val="0"/>
              </a:spcAft>
              <a:buSzPts val="1440"/>
              <a:buChar char="◼"/>
              <a:defRPr/>
            </a:lvl1pPr>
            <a:lvl2pPr indent="-331470" lvl="1" marL="914400" algn="l">
              <a:lnSpc>
                <a:spcPct val="100000"/>
              </a:lnSpc>
              <a:spcBef>
                <a:spcPts val="360"/>
              </a:spcBef>
              <a:spcAft>
                <a:spcPts val="0"/>
              </a:spcAft>
              <a:buSzPts val="162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5" name="Google Shape;85;p39"/>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9"/>
          <p:cNvSpPr txBox="1"/>
          <p:nvPr>
            <p:ph idx="11" type="ftr"/>
          </p:nvPr>
        </p:nvSpPr>
        <p:spPr>
          <a:xfrm>
            <a:off x="2640013" y="6376988"/>
            <a:ext cx="3836987" cy="365125"/>
          </a:xfrm>
          <a:prstGeom prst="rect">
            <a:avLst/>
          </a:prstGeom>
          <a:noFill/>
          <a:ln>
            <a:noFill/>
          </a:ln>
        </p:spPr>
        <p:txBody>
          <a:bodyPr anchorCtr="0" anchor="b" bIns="0" lIns="45700" spcFirstLastPara="1" rIns="45700" wrap="square" tIns="45700">
            <a:noAutofit/>
          </a:bodyPr>
          <a:lstStyle>
            <a:lvl1pPr lvl="0" rtl="1" algn="l">
              <a:lnSpc>
                <a:spcPct val="100000"/>
              </a:lnSpc>
              <a:spcBef>
                <a:spcPts val="0"/>
              </a:spcBef>
              <a:spcAft>
                <a:spcPts val="0"/>
              </a:spcAft>
              <a:buSzPts val="1400"/>
              <a:buNone/>
              <a:defRPr/>
            </a:lvl1pPr>
            <a:lvl2pPr lvl="1" rtl="1" algn="l">
              <a:lnSpc>
                <a:spcPct val="100000"/>
              </a:lnSpc>
              <a:spcBef>
                <a:spcPts val="0"/>
              </a:spcBef>
              <a:spcAft>
                <a:spcPts val="0"/>
              </a:spcAft>
              <a:buSzPts val="1400"/>
              <a:buNone/>
              <a:defRPr/>
            </a:lvl2pPr>
            <a:lvl3pPr lvl="2" rtl="1" algn="l">
              <a:lnSpc>
                <a:spcPct val="100000"/>
              </a:lnSpc>
              <a:spcBef>
                <a:spcPts val="0"/>
              </a:spcBef>
              <a:spcAft>
                <a:spcPts val="0"/>
              </a:spcAft>
              <a:buSzPts val="1400"/>
              <a:buNone/>
              <a:defRPr/>
            </a:lvl3pPr>
            <a:lvl4pPr lvl="3" rtl="1" algn="l">
              <a:lnSpc>
                <a:spcPct val="100000"/>
              </a:lnSpc>
              <a:spcBef>
                <a:spcPts val="0"/>
              </a:spcBef>
              <a:spcAft>
                <a:spcPts val="0"/>
              </a:spcAft>
              <a:buSzPts val="1400"/>
              <a:buNone/>
              <a:defRPr/>
            </a:lvl4pPr>
            <a:lvl5pPr lvl="4" rtl="1"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9"/>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p:nvPr/>
        </p:nvSpPr>
        <p:spPr>
          <a:xfrm>
            <a:off x="0" y="1436688"/>
            <a:ext cx="9144000" cy="4445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 name="Google Shape;11;p26"/>
          <p:cNvSpPr/>
          <p:nvPr/>
        </p:nvSpPr>
        <p:spPr>
          <a:xfrm>
            <a:off x="0" y="0"/>
            <a:ext cx="9144000" cy="1433513"/>
          </a:xfrm>
          <a:prstGeom prst="rect">
            <a:avLst/>
          </a:prstGeom>
          <a:solidFill>
            <a:srgbClr val="000000"/>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 name="Google Shape;12;p26"/>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rmAutofit/>
          </a:bodyPr>
          <a:lstStyle>
            <a:lvl1pPr lvl="0"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1" i="0" sz="4500" u="none" cap="none" strike="noStrike">
                <a:solidFill>
                  <a:srgbClr val="FFC800"/>
                </a:solidFill>
                <a:latin typeface="Corbel"/>
                <a:ea typeface="Corbel"/>
                <a:cs typeface="Corbel"/>
                <a:sym typeface="Corbel"/>
              </a:defRPr>
            </a:lvl9pPr>
          </a:lstStyle>
          <a:p/>
        </p:txBody>
      </p:sp>
      <p:sp>
        <p:nvSpPr>
          <p:cNvPr id="13" name="Google Shape;13;p26"/>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lvl1pPr indent="-391160" lvl="0" marL="457200" marR="0" rtl="0" algn="l">
              <a:lnSpc>
                <a:spcPct val="100000"/>
              </a:lnSpc>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20" lvl="1" marL="914400" marR="0" rtl="0" algn="l">
              <a:lnSpc>
                <a:spcPct val="100000"/>
              </a:lnSpc>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lnSpc>
                <a:spcPct val="100000"/>
              </a:lnSpc>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lnSpc>
                <a:spcPct val="100000"/>
              </a:lnSpc>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lnSpc>
                <a:spcPct val="100000"/>
              </a:lnSpc>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lnSpc>
                <a:spcPct val="100000"/>
              </a:lnSpc>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lnSpc>
                <a:spcPct val="100000"/>
              </a:lnSpc>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4" name="Google Shape;14;p26"/>
          <p:cNvSpPr txBox="1"/>
          <p:nvPr>
            <p:ph idx="10" type="dt"/>
          </p:nvPr>
        </p:nvSpPr>
        <p:spPr>
          <a:xfrm>
            <a:off x="457200" y="6477000"/>
            <a:ext cx="2133600" cy="274638"/>
          </a:xfrm>
          <a:prstGeom prst="rect">
            <a:avLst/>
          </a:prstGeom>
          <a:noFill/>
          <a:ln>
            <a:noFill/>
          </a:ln>
        </p:spPr>
        <p:txBody>
          <a:bodyPr anchorCtr="0" anchor="b" bIns="0" lIns="109725" spcFirstLastPara="1" rIns="45700" wrap="square" tIns="45700">
            <a:noAutofit/>
          </a:bodyPr>
          <a:lstStyle>
            <a:lvl1pPr lvl="0" marR="0" rtl="1" algn="l">
              <a:lnSpc>
                <a:spcPct val="100000"/>
              </a:lnSpc>
              <a:spcBef>
                <a:spcPts val="0"/>
              </a:spcBef>
              <a:spcAft>
                <a:spcPts val="0"/>
              </a:spcAft>
              <a:buClr>
                <a:srgbClr val="000000"/>
              </a:buClr>
              <a:buSzPts val="1400"/>
              <a:buFont typeface="Arial"/>
              <a:buNone/>
              <a:defRPr b="0" i="0" sz="1200" u="none" cap="none" strike="noStrike">
                <a:solidFill>
                  <a:srgbClr val="414141"/>
                </a:solidFill>
                <a:latin typeface="Arial"/>
                <a:ea typeface="Arial"/>
                <a:cs typeface="Arial"/>
                <a:sym typeface="Arial"/>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 name="Google Shape;15;p26"/>
          <p:cNvSpPr txBox="1"/>
          <p:nvPr>
            <p:ph idx="11" type="ftr"/>
          </p:nvPr>
        </p:nvSpPr>
        <p:spPr>
          <a:xfrm>
            <a:off x="2640013" y="6477000"/>
            <a:ext cx="5508625" cy="274638"/>
          </a:xfrm>
          <a:prstGeom prst="rect">
            <a:avLst/>
          </a:prstGeom>
          <a:noFill/>
          <a:ln>
            <a:noFill/>
          </a:ln>
        </p:spPr>
        <p:txBody>
          <a:bodyPr anchorCtr="0" anchor="b" bIns="0" lIns="45700" spcFirstLastPara="1" rIns="45700" wrap="square" tIns="45700">
            <a:noAutofit/>
          </a:bodyPr>
          <a:lstStyle>
            <a:lvl1pPr lvl="0" marR="0" rtl="1" algn="l">
              <a:lnSpc>
                <a:spcPct val="100000"/>
              </a:lnSpc>
              <a:spcBef>
                <a:spcPts val="0"/>
              </a:spcBef>
              <a:spcAft>
                <a:spcPts val="0"/>
              </a:spcAft>
              <a:buClr>
                <a:srgbClr val="000000"/>
              </a:buClr>
              <a:buSzPts val="1400"/>
              <a:buFont typeface="Arial"/>
              <a:buNone/>
              <a:defRPr b="0" i="0" sz="1200" u="none" cap="none" strike="noStrike">
                <a:solidFill>
                  <a:srgbClr val="414141"/>
                </a:solidFill>
                <a:latin typeface="Arial"/>
                <a:ea typeface="Arial"/>
                <a:cs typeface="Arial"/>
                <a:sym typeface="Arial"/>
              </a:defRPr>
            </a:lvl1pPr>
            <a:lvl2pPr lvl="1"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1"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6" name="Google Shape;16;p26"/>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lvl1pPr indent="0" lvl="0"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1pPr>
            <a:lvl2pPr indent="0" lvl="1"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2pPr>
            <a:lvl3pPr indent="0" lvl="2"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3pPr>
            <a:lvl4pPr indent="0" lvl="3"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4pPr>
            <a:lvl5pPr indent="0" lvl="4"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5pPr>
            <a:lvl6pPr indent="0" lvl="5"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6pPr>
            <a:lvl7pPr indent="0" lvl="6"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7pPr>
            <a:lvl8pPr indent="0" lvl="7"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8pPr>
            <a:lvl9pPr indent="0" lvl="8" marL="0" marR="0" rtl="1" algn="r">
              <a:lnSpc>
                <a:spcPct val="100000"/>
              </a:lnSpc>
              <a:spcBef>
                <a:spcPts val="0"/>
              </a:spcBef>
              <a:spcAft>
                <a:spcPts val="0"/>
              </a:spcAft>
              <a:buClr>
                <a:srgbClr val="000000"/>
              </a:buClr>
              <a:buSzPts val="1200"/>
              <a:buFont typeface="Arial"/>
              <a:buNone/>
              <a:defRPr b="0" i="0" sz="1200" u="none" cap="none" strike="noStrike">
                <a:solidFill>
                  <a:srgbClr val="414141"/>
                </a:solidFill>
                <a:latin typeface="Arial"/>
                <a:ea typeface="Arial"/>
                <a:cs typeface="Arial"/>
                <a:sym typeface="Arial"/>
              </a:defRPr>
            </a:lvl9pPr>
          </a:lstStyle>
          <a:p>
            <a:pPr indent="0" lvl="0" marL="0" rtl="1" algn="r">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5.jpg"/><Relationship Id="rId13" Type="http://schemas.openxmlformats.org/officeDocument/2006/relationships/image" Target="../media/image35.jp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9.jpg"/><Relationship Id="rId9" Type="http://schemas.openxmlformats.org/officeDocument/2006/relationships/image" Target="../media/image10.png"/><Relationship Id="rId5" Type="http://schemas.openxmlformats.org/officeDocument/2006/relationships/image" Target="../media/image30.jpg"/><Relationship Id="rId6" Type="http://schemas.openxmlformats.org/officeDocument/2006/relationships/image" Target="../media/image3.jpg"/><Relationship Id="rId7" Type="http://schemas.openxmlformats.org/officeDocument/2006/relationships/image" Target="../media/image5.jpg"/><Relationship Id="rId8"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4.png"/><Relationship Id="rId4" Type="http://schemas.openxmlformats.org/officeDocument/2006/relationships/image" Target="../media/image22.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33.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hyperlink" Target="https://www.youtube.com/watch?v=5tJPXYA0Ne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mailto:kolaman@mail.sapir.ac.i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moodle.sapir.ac.il/2025/"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40" title="Light Invariant Video Imaging (LIVI)  Demo"/>
          <p:cNvPicPr preferRelativeResize="0"/>
          <p:nvPr/>
        </p:nvPicPr>
        <p:blipFill rotWithShape="1">
          <a:blip r:embed="rId3">
            <a:alphaModFix/>
          </a:blip>
          <a:srcRect b="0" l="0" r="0" t="0"/>
          <a:stretch/>
        </p:blipFill>
        <p:spPr>
          <a:xfrm>
            <a:off x="-1656" y="-13094"/>
            <a:ext cx="3075782" cy="1737821"/>
          </a:xfrm>
          <a:prstGeom prst="rect">
            <a:avLst/>
          </a:prstGeom>
          <a:noFill/>
          <a:ln>
            <a:noFill/>
          </a:ln>
        </p:spPr>
      </p:pic>
      <p:pic>
        <p:nvPicPr>
          <p:cNvPr id="94" name="Google Shape;94;p40" title="Laboratory of Autonomous Robotics (LAR) at Channel 1 IBA Weekend Diary"/>
          <p:cNvPicPr preferRelativeResize="0"/>
          <p:nvPr/>
        </p:nvPicPr>
        <p:blipFill rotWithShape="1">
          <a:blip r:embed="rId4">
            <a:alphaModFix/>
          </a:blip>
          <a:srcRect b="0" l="0" r="0" t="0"/>
          <a:stretch/>
        </p:blipFill>
        <p:spPr>
          <a:xfrm>
            <a:off x="-1656" y="4772885"/>
            <a:ext cx="3611124" cy="2040290"/>
          </a:xfrm>
          <a:prstGeom prst="rect">
            <a:avLst/>
          </a:prstGeom>
          <a:noFill/>
          <a:ln>
            <a:noFill/>
          </a:ln>
        </p:spPr>
      </p:pic>
      <p:pic>
        <p:nvPicPr>
          <p:cNvPr id="95" name="Google Shape;95;p40" title="QuadSight Vision System Technological Capabilities"/>
          <p:cNvPicPr preferRelativeResize="0"/>
          <p:nvPr/>
        </p:nvPicPr>
        <p:blipFill rotWithShape="1">
          <a:blip r:embed="rId5">
            <a:alphaModFix/>
          </a:blip>
          <a:srcRect b="0" l="0" r="0" t="0"/>
          <a:stretch/>
        </p:blipFill>
        <p:spPr>
          <a:xfrm>
            <a:off x="5893554" y="18419"/>
            <a:ext cx="3220949" cy="1819840"/>
          </a:xfrm>
          <a:prstGeom prst="rect">
            <a:avLst/>
          </a:prstGeom>
          <a:noFill/>
          <a:ln>
            <a:noFill/>
          </a:ln>
        </p:spPr>
      </p:pic>
      <p:pic>
        <p:nvPicPr>
          <p:cNvPr id="96" name="Google Shape;96;p40" title="VLSI Center BGU2"/>
          <p:cNvPicPr preferRelativeResize="0"/>
          <p:nvPr/>
        </p:nvPicPr>
        <p:blipFill rotWithShape="1">
          <a:blip r:embed="rId6">
            <a:alphaModFix/>
          </a:blip>
          <a:srcRect b="0" l="0" r="0" t="0"/>
          <a:stretch/>
        </p:blipFill>
        <p:spPr>
          <a:xfrm>
            <a:off x="-1656" y="1934168"/>
            <a:ext cx="2720387" cy="2040290"/>
          </a:xfrm>
          <a:prstGeom prst="rect">
            <a:avLst/>
          </a:prstGeom>
          <a:noFill/>
          <a:ln>
            <a:noFill/>
          </a:ln>
        </p:spPr>
      </p:pic>
      <p:pic>
        <p:nvPicPr>
          <p:cNvPr id="97" name="Google Shape;97;p40" title="Perceptual Computing: Molecual"/>
          <p:cNvPicPr preferRelativeResize="0"/>
          <p:nvPr/>
        </p:nvPicPr>
        <p:blipFill rotWithShape="1">
          <a:blip r:embed="rId7">
            <a:alphaModFix/>
          </a:blip>
          <a:srcRect b="0" l="0" r="0" t="0"/>
          <a:stretch/>
        </p:blipFill>
        <p:spPr>
          <a:xfrm>
            <a:off x="5656827" y="2299788"/>
            <a:ext cx="3573640" cy="2019111"/>
          </a:xfrm>
          <a:prstGeom prst="rect">
            <a:avLst/>
          </a:prstGeom>
          <a:noFill/>
          <a:ln>
            <a:noFill/>
          </a:ln>
        </p:spPr>
      </p:pic>
      <p:pic>
        <p:nvPicPr>
          <p:cNvPr descr="תמונה שמכילה לוגו, גופן, גרפיקה, עיגול&#10;&#10;התיאור נוצר באופן אוטומטי" id="98" name="Google Shape;98;p40"/>
          <p:cNvPicPr preferRelativeResize="0"/>
          <p:nvPr/>
        </p:nvPicPr>
        <p:blipFill rotWithShape="1">
          <a:blip r:embed="rId8">
            <a:alphaModFix/>
          </a:blip>
          <a:srcRect b="0" l="0" r="0" t="0"/>
          <a:stretch/>
        </p:blipFill>
        <p:spPr>
          <a:xfrm>
            <a:off x="6992060" y="3681257"/>
            <a:ext cx="903174" cy="599059"/>
          </a:xfrm>
          <a:prstGeom prst="rect">
            <a:avLst/>
          </a:prstGeom>
          <a:noFill/>
          <a:ln>
            <a:noFill/>
          </a:ln>
        </p:spPr>
      </p:pic>
      <p:sp>
        <p:nvSpPr>
          <p:cNvPr id="99" name="Google Shape;99;p40"/>
          <p:cNvSpPr txBox="1"/>
          <p:nvPr/>
        </p:nvSpPr>
        <p:spPr>
          <a:xfrm>
            <a:off x="3074126" y="-152248"/>
            <a:ext cx="319032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iw-IL" sz="4200" u="none" cap="none" strike="noStrike">
                <a:solidFill>
                  <a:srgbClr val="000000"/>
                </a:solidFill>
                <a:latin typeface="Arial"/>
                <a:ea typeface="Arial"/>
                <a:cs typeface="Arial"/>
                <a:sym typeface="Arial"/>
              </a:rPr>
              <a:t>10~  YEARS INDUSTRY</a:t>
            </a:r>
            <a:endParaRPr/>
          </a:p>
        </p:txBody>
      </p:sp>
      <p:sp>
        <p:nvSpPr>
          <p:cNvPr id="100" name="Google Shape;100;p40"/>
          <p:cNvSpPr txBox="1"/>
          <p:nvPr/>
        </p:nvSpPr>
        <p:spPr>
          <a:xfrm>
            <a:off x="3588186" y="4280316"/>
            <a:ext cx="311689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iw-IL" sz="4200" u="none" cap="none" strike="noStrike">
                <a:solidFill>
                  <a:srgbClr val="000000"/>
                </a:solidFill>
                <a:latin typeface="Arial"/>
                <a:ea typeface="Arial"/>
                <a:cs typeface="Arial"/>
                <a:sym typeface="Arial"/>
              </a:rPr>
              <a:t>10~  YEARS ACADEMIA</a:t>
            </a:r>
            <a:endParaRPr/>
          </a:p>
        </p:txBody>
      </p:sp>
      <p:sp>
        <p:nvSpPr>
          <p:cNvPr id="101" name="Google Shape;101;p40"/>
          <p:cNvSpPr/>
          <p:nvPr/>
        </p:nvSpPr>
        <p:spPr>
          <a:xfrm>
            <a:off x="3503683" y="1702998"/>
            <a:ext cx="2530257" cy="488866"/>
          </a:xfrm>
          <a:prstGeom prst="rightArrow">
            <a:avLst>
              <a:gd fmla="val 50000" name="adj1"/>
              <a:gd fmla="val 50000" name="adj2"/>
            </a:avLst>
          </a:prstGeom>
          <a:solidFill>
            <a:schemeClr val="accent1"/>
          </a:solidFill>
          <a:ln cap="flat" cmpd="sng" w="25400">
            <a:solidFill>
              <a:srgbClr val="654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2" name="Google Shape;102;p40"/>
          <p:cNvSpPr/>
          <p:nvPr/>
        </p:nvSpPr>
        <p:spPr>
          <a:xfrm rot="10800000">
            <a:off x="3609468" y="6272194"/>
            <a:ext cx="2530257" cy="488866"/>
          </a:xfrm>
          <a:prstGeom prst="rightArrow">
            <a:avLst>
              <a:gd fmla="val 50000" name="adj1"/>
              <a:gd fmla="val 50000" name="adj2"/>
            </a:avLst>
          </a:prstGeom>
          <a:solidFill>
            <a:schemeClr val="accent1"/>
          </a:solidFill>
          <a:ln cap="flat" cmpd="sng" w="25400">
            <a:solidFill>
              <a:srgbClr val="654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תמונה שמכילה לבוש, איש, אדם, בתוך מבנה&#10;&#10;התיאור נוצר באופן אוטומטי" id="103" name="Google Shape;103;p40"/>
          <p:cNvPicPr preferRelativeResize="0"/>
          <p:nvPr/>
        </p:nvPicPr>
        <p:blipFill rotWithShape="1">
          <a:blip r:embed="rId9">
            <a:alphaModFix/>
          </a:blip>
          <a:srcRect b="0" l="60924" r="7004" t="9540"/>
          <a:stretch/>
        </p:blipFill>
        <p:spPr>
          <a:xfrm>
            <a:off x="3730104" y="2078719"/>
            <a:ext cx="1390316" cy="2211201"/>
          </a:xfrm>
          <a:prstGeom prst="rect">
            <a:avLst/>
          </a:prstGeom>
          <a:noFill/>
          <a:ln>
            <a:noFill/>
          </a:ln>
        </p:spPr>
      </p:pic>
      <p:pic>
        <p:nvPicPr>
          <p:cNvPr id="104" name="Google Shape;104;p40" title="Elbit System's HattoriX -  passive/active target acquisition systems  #military #defence"/>
          <p:cNvPicPr preferRelativeResize="0"/>
          <p:nvPr/>
        </p:nvPicPr>
        <p:blipFill rotWithShape="1">
          <a:blip r:embed="rId10">
            <a:alphaModFix/>
          </a:blip>
          <a:srcRect b="0" l="0" r="0" t="0"/>
          <a:stretch/>
        </p:blipFill>
        <p:spPr>
          <a:xfrm>
            <a:off x="7300324" y="4384488"/>
            <a:ext cx="1324767" cy="2344529"/>
          </a:xfrm>
          <a:prstGeom prst="rect">
            <a:avLst/>
          </a:prstGeom>
          <a:noFill/>
          <a:ln>
            <a:noFill/>
          </a:ln>
        </p:spPr>
      </p:pic>
      <p:pic>
        <p:nvPicPr>
          <p:cNvPr descr="תמונה שמכילה גופן, גרפיקה, לוגו, עיצוב גרפי&#10;&#10;התיאור נוצר באופן אוטומטי" id="105" name="Google Shape;105;p40"/>
          <p:cNvPicPr preferRelativeResize="0"/>
          <p:nvPr/>
        </p:nvPicPr>
        <p:blipFill rotWithShape="1">
          <a:blip r:embed="rId11">
            <a:alphaModFix/>
          </a:blip>
          <a:srcRect b="0" l="0" r="0" t="0"/>
          <a:stretch/>
        </p:blipFill>
        <p:spPr>
          <a:xfrm>
            <a:off x="6077886" y="1577434"/>
            <a:ext cx="2893826" cy="528151"/>
          </a:xfrm>
          <a:prstGeom prst="rect">
            <a:avLst/>
          </a:prstGeom>
          <a:noFill/>
          <a:ln>
            <a:noFill/>
          </a:ln>
        </p:spPr>
      </p:pic>
      <p:pic>
        <p:nvPicPr>
          <p:cNvPr descr="תמונה שמכילה גופן, לוגו, כחול חשמלי, לבן&#10;&#10;התיאור נוצר באופן אוטומטי" id="106" name="Google Shape;106;p40"/>
          <p:cNvPicPr preferRelativeResize="0"/>
          <p:nvPr/>
        </p:nvPicPr>
        <p:blipFill rotWithShape="1">
          <a:blip r:embed="rId12">
            <a:alphaModFix/>
          </a:blip>
          <a:srcRect b="33069" l="0" r="0" t="29274"/>
          <a:stretch/>
        </p:blipFill>
        <p:spPr>
          <a:xfrm>
            <a:off x="7338571" y="6213650"/>
            <a:ext cx="1248272" cy="470055"/>
          </a:xfrm>
          <a:prstGeom prst="rect">
            <a:avLst/>
          </a:prstGeom>
          <a:noFill/>
          <a:ln>
            <a:noFill/>
          </a:ln>
        </p:spPr>
      </p:pic>
      <p:pic>
        <p:nvPicPr>
          <p:cNvPr descr="תמונה שמכילה לוגו, סמל, סימן, סימן מסחרי&#10;&#10;התיאור נוצר באופן אוטומטי" id="107" name="Google Shape;107;p40"/>
          <p:cNvPicPr preferRelativeResize="0"/>
          <p:nvPr/>
        </p:nvPicPr>
        <p:blipFill rotWithShape="1">
          <a:blip r:embed="rId13">
            <a:alphaModFix/>
          </a:blip>
          <a:srcRect b="13845" l="13925" r="15102" t="8731"/>
          <a:stretch/>
        </p:blipFill>
        <p:spPr>
          <a:xfrm>
            <a:off x="2718731" y="2412481"/>
            <a:ext cx="931817" cy="10165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1"/>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113" name="Google Shape;113;p41"/>
          <p:cNvPicPr preferRelativeResize="0"/>
          <p:nvPr/>
        </p:nvPicPr>
        <p:blipFill rotWithShape="1">
          <a:blip r:embed="rId3">
            <a:alphaModFix/>
          </a:blip>
          <a:srcRect b="0" l="0" r="0" t="0"/>
          <a:stretch/>
        </p:blipFill>
        <p:spPr>
          <a:xfrm>
            <a:off x="-9144" y="738378"/>
            <a:ext cx="9144000" cy="5143500"/>
          </a:xfrm>
          <a:prstGeom prst="rect">
            <a:avLst/>
          </a:prstGeom>
          <a:noFill/>
          <a:ln>
            <a:noFill/>
          </a:ln>
        </p:spPr>
      </p:pic>
      <p:sp>
        <p:nvSpPr>
          <p:cNvPr id="114" name="Google Shape;114;p41"/>
          <p:cNvSpPr/>
          <p:nvPr/>
        </p:nvSpPr>
        <p:spPr>
          <a:xfrm>
            <a:off x="3255265" y="2336398"/>
            <a:ext cx="3256410" cy="1754326"/>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iw-IL" sz="5400" u="none" cap="none" strike="noStrike">
                <a:solidFill>
                  <a:srgbClr val="FFFFFF"/>
                </a:solidFill>
                <a:latin typeface="Arial"/>
                <a:ea typeface="Arial"/>
                <a:cs typeface="Arial"/>
                <a:sym typeface="Arial"/>
              </a:rPr>
              <a:t>מערכות ספרתיות</a:t>
            </a:r>
            <a:endParaRPr/>
          </a:p>
        </p:txBody>
      </p:sp>
      <p:sp>
        <p:nvSpPr>
          <p:cNvPr id="115" name="Google Shape;115;p41"/>
          <p:cNvSpPr/>
          <p:nvPr/>
        </p:nvSpPr>
        <p:spPr>
          <a:xfrm>
            <a:off x="3255265" y="2336398"/>
            <a:ext cx="3256410"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iw-IL" sz="5400" u="none" cap="none" strike="noStrike">
                <a:solidFill>
                  <a:srgbClr val="FFFFFF"/>
                </a:solidFill>
                <a:latin typeface="Arial"/>
                <a:ea typeface="Arial"/>
                <a:cs typeface="Arial"/>
                <a:sym typeface="Arial"/>
              </a:rPr>
              <a:t>מערכות ספרתיות</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0"/>
                                        <p:tgtEl>
                                          <p:spTgt spid="113"/>
                                        </p:tgtEl>
                                      </p:cBhvr>
                                    </p:animEffect>
                                  </p:childTnLst>
                                </p:cTn>
                              </p:par>
                              <p:par>
                                <p:cTn fill="hold" nodeType="withEffect" presetClass="entr" presetID="1" presetSubtype="0">
                                  <p:stCondLst>
                                    <p:cond delay="34000"/>
                                  </p:stCondLst>
                                  <p:childTnLst>
                                    <p:set>
                                      <p:cBhvr>
                                        <p:cTn dur="1" fill="hold">
                                          <p:stCondLst>
                                            <p:cond delay="0"/>
                                          </p:stCondLst>
                                        </p:cTn>
                                        <p:tgtEl>
                                          <p:spTgt spid="114"/>
                                        </p:tgtEl>
                                        <p:attrNameLst>
                                          <p:attrName>style.visibility</p:attrName>
                                        </p:attrNameLst>
                                      </p:cBhvr>
                                      <p:to>
                                        <p:strVal val="visible"/>
                                      </p:to>
                                    </p:set>
                                  </p:childTnLst>
                                </p:cTn>
                              </p:par>
                            </p:childTnLst>
                          </p:cTn>
                        </p:par>
                        <p:par>
                          <p:cTn fill="hold">
                            <p:stCondLst>
                              <p:cond delay="5000"/>
                            </p:stCondLst>
                            <p:childTnLst>
                              <p:par>
                                <p:cTn fill="hold" nodeType="afterEffect" presetClass="exit" presetID="1" presetSubtype="0">
                                  <p:stCondLst>
                                    <p:cond delay="37000"/>
                                  </p:stCondLst>
                                  <p:childTnLst>
                                    <p:set>
                                      <p:cBhvr>
                                        <p:cTn dur="1" fill="hold">
                                          <p:stCondLst>
                                            <p:cond delay="1"/>
                                          </p:stCondLst>
                                        </p:cTn>
                                        <p:tgtEl>
                                          <p:spTgt spid="114"/>
                                        </p:tgtEl>
                                        <p:attrNameLst>
                                          <p:attrName>style.visibility</p:attrName>
                                        </p:attrNameLst>
                                      </p:cBhvr>
                                      <p:to>
                                        <p:strVal val="hidden"/>
                                      </p:to>
                                    </p:set>
                                  </p:childTnLst>
                                </p:cTn>
                              </p:par>
                              <p:par>
                                <p:cTn fill="hold" nodeType="withEffect" presetClass="entr" presetID="1" presetSubtype="0">
                                  <p:stCondLst>
                                    <p:cond delay="3700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mph" presetID="8" presetSubtype="0">
                                  <p:stCondLst>
                                    <p:cond delay="37000"/>
                                  </p:stCondLst>
                                  <p:childTnLst>
                                    <p:animRot by="-21600000">
                                      <p:cBhvr>
                                        <p:cTn dur="5000" fill="hold"/>
                                        <p:tgtEl>
                                          <p:spTgt spid="115"/>
                                        </p:tgtEl>
                                        <p:attrNameLst>
                                          <p:attrName>r</p:attrName>
                                        </p:attrNameLst>
                                      </p:cBhvr>
                                    </p:animRot>
                                  </p:childTnLst>
                                </p:cTn>
                              </p:par>
                              <p:par>
                                <p:cTn fill="hold" nodeType="withEffect" presetClass="exit" presetID="1" presetSubtype="0">
                                  <p:stCondLst>
                                    <p:cond delay="42000"/>
                                  </p:stCondLst>
                                  <p:childTnLst>
                                    <p:set>
                                      <p:cBhvr>
                                        <p:cTn dur="1" fill="hold">
                                          <p:stCondLst>
                                            <p:cond delay="1"/>
                                          </p:stCondLst>
                                        </p:cTn>
                                        <p:tgtEl>
                                          <p:spTgt spid="1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685800" y="3355848"/>
            <a:ext cx="8077200" cy="1673352"/>
          </a:xfrm>
          <a:prstGeom prst="rect">
            <a:avLst/>
          </a:prstGeom>
          <a:noFill/>
          <a:ln>
            <a:noFill/>
          </a:ln>
        </p:spPr>
        <p:txBody>
          <a:bodyPr anchorCtr="0" anchor="t" bIns="0" lIns="91425" spcFirstLastPara="1" rIns="45700" wrap="square" tIns="0">
            <a:normAutofit/>
          </a:bodyPr>
          <a:lstStyle/>
          <a:p>
            <a:pPr indent="0" lvl="0" marL="0" rtl="0" algn="ctr">
              <a:lnSpc>
                <a:spcPct val="100000"/>
              </a:lnSpc>
              <a:spcBef>
                <a:spcPts val="0"/>
              </a:spcBef>
              <a:spcAft>
                <a:spcPts val="0"/>
              </a:spcAft>
              <a:buSzPts val="1400"/>
              <a:buNone/>
            </a:pPr>
            <a:r>
              <a:rPr lang="iw-IL"/>
              <a:t>Numerical Systems</a:t>
            </a:r>
            <a:br>
              <a:rPr lang="iw-IL"/>
            </a:br>
            <a:r>
              <a:rPr lang="iw-IL"/>
              <a:t>מערכות ספרתיות</a:t>
            </a:r>
            <a:endParaRPr/>
          </a:p>
        </p:txBody>
      </p:sp>
      <p:sp>
        <p:nvSpPr>
          <p:cNvPr id="121" name="Google Shape;121;p1"/>
          <p:cNvSpPr txBox="1"/>
          <p:nvPr>
            <p:ph idx="1" type="subTitle"/>
          </p:nvPr>
        </p:nvSpPr>
        <p:spPr>
          <a:xfrm>
            <a:off x="685800" y="1828800"/>
            <a:ext cx="8077200" cy="1499616"/>
          </a:xfrm>
          <a:prstGeom prst="rect">
            <a:avLst/>
          </a:prstGeom>
          <a:noFill/>
          <a:ln>
            <a:noFill/>
          </a:ln>
        </p:spPr>
        <p:txBody>
          <a:bodyPr anchorCtr="0" anchor="b" bIns="0" lIns="118850" spcFirstLastPara="1" rIns="45700" wrap="square" tIns="0">
            <a:noAutofit/>
          </a:bodyPr>
          <a:lstStyle/>
          <a:p>
            <a:pPr indent="-391160" lvl="0" marL="457200" rtl="0" algn="l">
              <a:lnSpc>
                <a:spcPct val="100000"/>
              </a:lnSpc>
              <a:spcBef>
                <a:spcPts val="0"/>
              </a:spcBef>
              <a:spcAft>
                <a:spcPts val="0"/>
              </a:spcAft>
              <a:buSzPts val="1600"/>
              <a:buNone/>
            </a:pPr>
            <a:r>
              <a:t/>
            </a:r>
            <a:endParaRPr/>
          </a:p>
        </p:txBody>
      </p:sp>
      <p:sp>
        <p:nvSpPr>
          <p:cNvPr id="122" name="Google Shape;122;p1"/>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descr="תמונה שמכילה צילום מסך, טקסט, חשיכה, גרפיקה&#10;&#10;תוכן בינה מלאכותית גנרטיבית עשוי להיות שגוי." id="123" name="Google Shape;123;p1"/>
          <p:cNvPicPr preferRelativeResize="0"/>
          <p:nvPr/>
        </p:nvPicPr>
        <p:blipFill rotWithShape="1">
          <a:blip r:embed="rId3">
            <a:alphaModFix/>
          </a:blip>
          <a:srcRect b="0" l="0" r="0" t="0"/>
          <a:stretch/>
        </p:blipFill>
        <p:spPr>
          <a:xfrm>
            <a:off x="0" y="23107"/>
            <a:ext cx="9144000" cy="51110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תוכן עניינים  </a:t>
            </a:r>
            <a:endParaRPr/>
          </a:p>
        </p:txBody>
      </p:sp>
      <p:sp>
        <p:nvSpPr>
          <p:cNvPr id="129" name="Google Shape;129;p2"/>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319088" lvl="0" marL="438150" rtl="1" algn="r">
              <a:lnSpc>
                <a:spcPct val="100000"/>
              </a:lnSpc>
              <a:spcBef>
                <a:spcPts val="0"/>
              </a:spcBef>
              <a:spcAft>
                <a:spcPts val="0"/>
              </a:spcAft>
              <a:buSzPts val="2560"/>
              <a:buChar char="◼"/>
            </a:pPr>
            <a:r>
              <a:rPr lang="iw-IL"/>
              <a:t>למה צריך את זה?</a:t>
            </a:r>
            <a:endParaRPr/>
          </a:p>
          <a:p>
            <a:pPr indent="-319088" lvl="0" marL="438150" rtl="1" algn="r">
              <a:lnSpc>
                <a:spcPct val="100000"/>
              </a:lnSpc>
              <a:spcBef>
                <a:spcPts val="0"/>
              </a:spcBef>
              <a:spcAft>
                <a:spcPts val="0"/>
              </a:spcAft>
              <a:buSzPts val="2560"/>
              <a:buChar char="◼"/>
            </a:pPr>
            <a:r>
              <a:rPr lang="iw-IL"/>
              <a:t>מה נלמד בקורס?</a:t>
            </a:r>
            <a:endParaRPr/>
          </a:p>
          <a:p>
            <a:pPr indent="-319088" lvl="0" marL="438150" rtl="1" algn="r">
              <a:lnSpc>
                <a:spcPct val="100000"/>
              </a:lnSpc>
              <a:spcBef>
                <a:spcPts val="0"/>
              </a:spcBef>
              <a:spcAft>
                <a:spcPts val="0"/>
              </a:spcAft>
              <a:buSzPts val="2560"/>
              <a:buChar char="◼"/>
            </a:pPr>
            <a:r>
              <a:rPr lang="iw-IL"/>
              <a:t>איך נלמד את החומר? </a:t>
            </a:r>
            <a:endParaRPr/>
          </a:p>
        </p:txBody>
      </p:sp>
      <p:sp>
        <p:nvSpPr>
          <p:cNvPr id="130" name="Google Shape;130;p2"/>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תמונה שמכילה צילום מסך, טקסט, חשיכה, גרפיקה&#10;&#10;תוכן בינה מלאכותית גנרטיבית עשוי להיות שגוי." id="135" name="Google Shape;135;p3"/>
          <p:cNvPicPr preferRelativeResize="0"/>
          <p:nvPr/>
        </p:nvPicPr>
        <p:blipFill rotWithShape="1">
          <a:blip r:embed="rId3">
            <a:alphaModFix/>
          </a:blip>
          <a:srcRect b="0" l="0" r="0" t="0"/>
          <a:stretch/>
        </p:blipFill>
        <p:spPr>
          <a:xfrm>
            <a:off x="915682" y="0"/>
            <a:ext cx="7312636" cy="4087368"/>
          </a:xfrm>
          <a:prstGeom prst="rect">
            <a:avLst/>
          </a:prstGeom>
          <a:noFill/>
          <a:ln>
            <a:noFill/>
          </a:ln>
        </p:spPr>
      </p:pic>
      <p:sp>
        <p:nvSpPr>
          <p:cNvPr id="136" name="Google Shape;136;p3"/>
          <p:cNvSpPr txBox="1"/>
          <p:nvPr>
            <p:ph type="ctrTitle"/>
          </p:nvPr>
        </p:nvSpPr>
        <p:spPr>
          <a:xfrm>
            <a:off x="685800" y="3355848"/>
            <a:ext cx="8077200" cy="1673352"/>
          </a:xfrm>
          <a:prstGeom prst="rect">
            <a:avLst/>
          </a:prstGeom>
          <a:noFill/>
          <a:ln>
            <a:noFill/>
          </a:ln>
        </p:spPr>
        <p:txBody>
          <a:bodyPr anchorCtr="0" anchor="t" bIns="0" lIns="91425" spcFirstLastPara="1" rIns="45700" wrap="square" tIns="0">
            <a:normAutofit/>
          </a:bodyPr>
          <a:lstStyle/>
          <a:p>
            <a:pPr indent="0" lvl="0" marL="0" rtl="1" algn="r">
              <a:lnSpc>
                <a:spcPct val="100000"/>
              </a:lnSpc>
              <a:spcBef>
                <a:spcPts val="0"/>
              </a:spcBef>
              <a:spcAft>
                <a:spcPts val="0"/>
              </a:spcAft>
              <a:buSzPts val="1400"/>
              <a:buNone/>
            </a:pPr>
            <a:r>
              <a:rPr lang="iw-IL"/>
              <a:t>למה צריך את זה?</a:t>
            </a:r>
            <a:endParaRPr/>
          </a:p>
        </p:txBody>
      </p:sp>
      <p:sp>
        <p:nvSpPr>
          <p:cNvPr id="137" name="Google Shape;137;p3"/>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2"/>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למה צריך את זה?</a:t>
            </a:r>
            <a:endParaRPr/>
          </a:p>
        </p:txBody>
      </p:sp>
      <p:sp>
        <p:nvSpPr>
          <p:cNvPr id="143" name="Google Shape;143;p42"/>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144" name="Google Shape;144;p42"/>
          <p:cNvSpPr txBox="1"/>
          <p:nvPr/>
        </p:nvSpPr>
        <p:spPr>
          <a:xfrm>
            <a:off x="2268855" y="5953780"/>
            <a:ext cx="460629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iw-IL" sz="1400" u="none" cap="none" strike="noStrike">
                <a:solidFill>
                  <a:srgbClr val="000000"/>
                </a:solidFill>
                <a:latin typeface="Arial"/>
                <a:ea typeface="Arial"/>
                <a:cs typeface="Arial"/>
                <a:sym typeface="Arial"/>
              </a:rPr>
              <a:t>https://www.geektime.co.il/israeli-startup-claims-its-chip-beats-nvidia-blackwell/</a:t>
            </a:r>
            <a:endParaRPr/>
          </a:p>
        </p:txBody>
      </p:sp>
      <p:pic>
        <p:nvPicPr>
          <p:cNvPr id="145" name="Google Shape;145;p42"/>
          <p:cNvPicPr preferRelativeResize="0"/>
          <p:nvPr/>
        </p:nvPicPr>
        <p:blipFill rotWithShape="1">
          <a:blip r:embed="rId3">
            <a:alphaModFix/>
          </a:blip>
          <a:srcRect b="0" l="0" r="0" t="0"/>
          <a:stretch/>
        </p:blipFill>
        <p:spPr>
          <a:xfrm>
            <a:off x="90051" y="1828800"/>
            <a:ext cx="9153904" cy="29229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3"/>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מה עובד יותר מהר?</a:t>
            </a:r>
            <a:endParaRPr/>
          </a:p>
        </p:txBody>
      </p:sp>
      <p:sp>
        <p:nvSpPr>
          <p:cNvPr id="151" name="Google Shape;151;p43"/>
          <p:cNvSpPr txBox="1"/>
          <p:nvPr>
            <p:ph idx="1" type="body"/>
          </p:nvPr>
        </p:nvSpPr>
        <p:spPr>
          <a:xfrm>
            <a:off x="0" y="1600271"/>
            <a:ext cx="3833504" cy="4625975"/>
          </a:xfrm>
          <a:prstGeom prst="rect">
            <a:avLst/>
          </a:prstGeom>
          <a:blipFill rotWithShape="1">
            <a:blip r:embed="rId3">
              <a:alphaModFix/>
            </a:blip>
            <a:stretch>
              <a:fillRect b="0" l="0" r="-15262" t="0"/>
            </a:stretch>
          </a:blipFill>
          <a:ln>
            <a:noFill/>
          </a:ln>
        </p:spPr>
        <p:txBody>
          <a:bodyPr anchorCtr="0" anchor="t" bIns="45700" lIns="54850" spcFirstLastPara="1" rIns="91425" wrap="square" tIns="91425">
            <a:noAutofit/>
          </a:bodyPr>
          <a:lstStyle/>
          <a:p>
            <a:pPr indent="-320040" lvl="0" marL="457200" rtl="0" algn="l">
              <a:lnSpc>
                <a:spcPct val="100000"/>
              </a:lnSpc>
              <a:spcBef>
                <a:spcPts val="0"/>
              </a:spcBef>
              <a:spcAft>
                <a:spcPts val="0"/>
              </a:spcAft>
              <a:buSzPts val="1440"/>
              <a:buChar char="◼"/>
            </a:pPr>
            <a:r>
              <a:rPr lang="iw-IL"/>
              <a:t> </a:t>
            </a:r>
            <a:endParaRPr/>
          </a:p>
        </p:txBody>
      </p:sp>
      <p:sp>
        <p:nvSpPr>
          <p:cNvPr id="152" name="Google Shape;152;p43"/>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153" name="Google Shape;153;p43"/>
          <p:cNvPicPr preferRelativeResize="0"/>
          <p:nvPr/>
        </p:nvPicPr>
        <p:blipFill rotWithShape="1">
          <a:blip r:embed="rId4">
            <a:alphaModFix/>
          </a:blip>
          <a:srcRect b="0" l="0" r="0" t="0"/>
          <a:stretch/>
        </p:blipFill>
        <p:spPr>
          <a:xfrm>
            <a:off x="5190637" y="2291596"/>
            <a:ext cx="3496163" cy="3581900"/>
          </a:xfrm>
          <a:prstGeom prst="rect">
            <a:avLst/>
          </a:prstGeom>
          <a:noFill/>
          <a:ln>
            <a:noFill/>
          </a:ln>
        </p:spPr>
      </p:pic>
      <p:sp>
        <p:nvSpPr>
          <p:cNvPr id="154" name="Google Shape;154;p43"/>
          <p:cNvSpPr txBox="1"/>
          <p:nvPr/>
        </p:nvSpPr>
        <p:spPr>
          <a:xfrm>
            <a:off x="206375" y="4389564"/>
            <a:ext cx="3475158" cy="4625975"/>
          </a:xfrm>
          <a:prstGeom prst="rect">
            <a:avLst/>
          </a:prstGeom>
          <a:blipFill rotWithShape="1">
            <a:blip r:embed="rId5">
              <a:alphaModFix/>
            </a:blip>
            <a:stretch>
              <a:fillRect b="0" l="0" r="-192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4"/>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למה?</a:t>
            </a:r>
            <a:endParaRPr/>
          </a:p>
        </p:txBody>
      </p:sp>
      <p:sp>
        <p:nvSpPr>
          <p:cNvPr id="160" name="Google Shape;160;p44"/>
          <p:cNvSpPr txBox="1"/>
          <p:nvPr>
            <p:ph idx="1" type="body"/>
          </p:nvPr>
        </p:nvSpPr>
        <p:spPr>
          <a:xfrm>
            <a:off x="0" y="1600271"/>
            <a:ext cx="3833504" cy="4625975"/>
          </a:xfrm>
          <a:prstGeom prst="rect">
            <a:avLst/>
          </a:prstGeom>
          <a:blipFill rotWithShape="1">
            <a:blip r:embed="rId3">
              <a:alphaModFix/>
            </a:blip>
            <a:stretch>
              <a:fillRect b="0" l="0" r="-15262" t="0"/>
            </a:stretch>
          </a:blipFill>
          <a:ln>
            <a:noFill/>
          </a:ln>
        </p:spPr>
        <p:txBody>
          <a:bodyPr anchorCtr="0" anchor="t" bIns="45700" lIns="54850" spcFirstLastPara="1" rIns="91425" wrap="square" tIns="91425">
            <a:noAutofit/>
          </a:bodyPr>
          <a:lstStyle/>
          <a:p>
            <a:pPr indent="-320040" lvl="0" marL="457200" rtl="0" algn="l">
              <a:lnSpc>
                <a:spcPct val="100000"/>
              </a:lnSpc>
              <a:spcBef>
                <a:spcPts val="0"/>
              </a:spcBef>
              <a:spcAft>
                <a:spcPts val="0"/>
              </a:spcAft>
              <a:buSzPts val="1440"/>
              <a:buChar char="◼"/>
            </a:pPr>
            <a:r>
              <a:rPr lang="iw-IL"/>
              <a:t> </a:t>
            </a:r>
            <a:endParaRPr/>
          </a:p>
        </p:txBody>
      </p:sp>
      <p:sp>
        <p:nvSpPr>
          <p:cNvPr id="161" name="Google Shape;161;p44"/>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162" name="Google Shape;162;p44"/>
          <p:cNvSpPr txBox="1"/>
          <p:nvPr/>
        </p:nvSpPr>
        <p:spPr>
          <a:xfrm>
            <a:off x="206375" y="4389564"/>
            <a:ext cx="3475158" cy="4625975"/>
          </a:xfrm>
          <a:prstGeom prst="rect">
            <a:avLst/>
          </a:prstGeom>
          <a:blipFill rotWithShape="1">
            <a:blip r:embed="rId4">
              <a:alphaModFix/>
            </a:blip>
            <a:stretch>
              <a:fillRect b="0" l="0" r="-192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pic>
        <p:nvPicPr>
          <p:cNvPr id="163" name="Google Shape;163;p44"/>
          <p:cNvPicPr preferRelativeResize="0"/>
          <p:nvPr/>
        </p:nvPicPr>
        <p:blipFill rotWithShape="1">
          <a:blip r:embed="rId5">
            <a:alphaModFix/>
          </a:blip>
          <a:srcRect b="70361" l="16173" r="56009" t="0"/>
          <a:stretch/>
        </p:blipFill>
        <p:spPr>
          <a:xfrm>
            <a:off x="4773167" y="1748029"/>
            <a:ext cx="4214549" cy="1415795"/>
          </a:xfrm>
          <a:prstGeom prst="rect">
            <a:avLst/>
          </a:prstGeom>
          <a:noFill/>
          <a:ln>
            <a:noFill/>
          </a:ln>
        </p:spPr>
      </p:pic>
      <p:pic>
        <p:nvPicPr>
          <p:cNvPr id="164" name="Google Shape;164;p44"/>
          <p:cNvPicPr preferRelativeResize="0"/>
          <p:nvPr/>
        </p:nvPicPr>
        <p:blipFill rotWithShape="1">
          <a:blip r:embed="rId5">
            <a:alphaModFix/>
          </a:blip>
          <a:srcRect b="37395" l="21260" r="52984" t="26731"/>
          <a:stretch/>
        </p:blipFill>
        <p:spPr>
          <a:xfrm>
            <a:off x="4818649" y="4206240"/>
            <a:ext cx="4251293" cy="1866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5"/>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מה עובד יותר מהר?</a:t>
            </a:r>
            <a:endParaRPr/>
          </a:p>
        </p:txBody>
      </p:sp>
      <p:sp>
        <p:nvSpPr>
          <p:cNvPr id="170" name="Google Shape;170;p45"/>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171" name="Google Shape;171;p45"/>
          <p:cNvPicPr preferRelativeResize="0"/>
          <p:nvPr/>
        </p:nvPicPr>
        <p:blipFill rotWithShape="1">
          <a:blip r:embed="rId3">
            <a:alphaModFix/>
          </a:blip>
          <a:srcRect b="0" l="0" r="0" t="0"/>
          <a:stretch/>
        </p:blipFill>
        <p:spPr>
          <a:xfrm>
            <a:off x="5190637" y="2291596"/>
            <a:ext cx="3496163" cy="3581900"/>
          </a:xfrm>
          <a:prstGeom prst="rect">
            <a:avLst/>
          </a:prstGeom>
          <a:noFill/>
          <a:ln>
            <a:noFill/>
          </a:ln>
        </p:spPr>
      </p:pic>
      <p:sp>
        <p:nvSpPr>
          <p:cNvPr id="172" name="Google Shape;172;p45"/>
          <p:cNvSpPr txBox="1"/>
          <p:nvPr/>
        </p:nvSpPr>
        <p:spPr>
          <a:xfrm>
            <a:off x="358775" y="1247521"/>
            <a:ext cx="3475158" cy="4625975"/>
          </a:xfrm>
          <a:prstGeom prst="rect">
            <a:avLst/>
          </a:prstGeom>
          <a:blipFill rotWithShape="1">
            <a:blip r:embed="rId4">
              <a:alphaModFix/>
            </a:blip>
            <a:stretch>
              <a:fillRect b="0" l="0" r="-192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
        <p:nvSpPr>
          <p:cNvPr id="173" name="Google Shape;173;p45"/>
          <p:cNvSpPr txBox="1"/>
          <p:nvPr/>
        </p:nvSpPr>
        <p:spPr>
          <a:xfrm>
            <a:off x="358775" y="4541964"/>
            <a:ext cx="3475158" cy="4625975"/>
          </a:xfrm>
          <a:prstGeom prst="rect">
            <a:avLst/>
          </a:prstGeom>
          <a:blipFill rotWithShape="1">
            <a:blip r:embed="rId5">
              <a:alphaModFix/>
            </a:blip>
            <a:stretch>
              <a:fillRect b="0" l="0" r="-192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46"/>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למה?</a:t>
            </a:r>
            <a:endParaRPr/>
          </a:p>
        </p:txBody>
      </p:sp>
      <p:sp>
        <p:nvSpPr>
          <p:cNvPr id="179" name="Google Shape;179;p46"/>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180" name="Google Shape;180;p46"/>
          <p:cNvSpPr txBox="1"/>
          <p:nvPr/>
        </p:nvSpPr>
        <p:spPr>
          <a:xfrm>
            <a:off x="358775" y="1247521"/>
            <a:ext cx="3475158" cy="4625975"/>
          </a:xfrm>
          <a:prstGeom prst="rect">
            <a:avLst/>
          </a:prstGeom>
          <a:blipFill rotWithShape="1">
            <a:blip r:embed="rId3">
              <a:alphaModFix/>
            </a:blip>
            <a:stretch>
              <a:fillRect b="0" l="0" r="-192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
        <p:nvSpPr>
          <p:cNvPr id="181" name="Google Shape;181;p46"/>
          <p:cNvSpPr txBox="1"/>
          <p:nvPr/>
        </p:nvSpPr>
        <p:spPr>
          <a:xfrm>
            <a:off x="358775" y="4541964"/>
            <a:ext cx="3475158" cy="4625975"/>
          </a:xfrm>
          <a:prstGeom prst="rect">
            <a:avLst/>
          </a:prstGeom>
          <a:blipFill rotWithShape="1">
            <a:blip r:embed="rId4">
              <a:alphaModFix/>
            </a:blip>
            <a:stretch>
              <a:fillRect b="0" l="0" r="-1929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pic>
        <p:nvPicPr>
          <p:cNvPr id="182" name="Google Shape;182;p46"/>
          <p:cNvPicPr preferRelativeResize="0"/>
          <p:nvPr/>
        </p:nvPicPr>
        <p:blipFill rotWithShape="1">
          <a:blip r:embed="rId5">
            <a:alphaModFix/>
          </a:blip>
          <a:srcRect b="60125" l="7206" r="0" t="0"/>
          <a:stretch/>
        </p:blipFill>
        <p:spPr>
          <a:xfrm>
            <a:off x="4909433" y="2036785"/>
            <a:ext cx="3570594" cy="989879"/>
          </a:xfrm>
          <a:prstGeom prst="rect">
            <a:avLst/>
          </a:prstGeom>
          <a:noFill/>
          <a:ln>
            <a:noFill/>
          </a:ln>
        </p:spPr>
      </p:pic>
      <p:pic>
        <p:nvPicPr>
          <p:cNvPr id="183" name="Google Shape;183;p46"/>
          <p:cNvPicPr preferRelativeResize="0"/>
          <p:nvPr/>
        </p:nvPicPr>
        <p:blipFill rotWithShape="1">
          <a:blip r:embed="rId5">
            <a:alphaModFix/>
          </a:blip>
          <a:srcRect b="5458" l="4845" r="2362" t="54667"/>
          <a:stretch/>
        </p:blipFill>
        <p:spPr>
          <a:xfrm>
            <a:off x="4909433" y="5188417"/>
            <a:ext cx="3570594" cy="9898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7"/>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מה עובד יותר מהר?</a:t>
            </a:r>
            <a:endParaRPr/>
          </a:p>
        </p:txBody>
      </p:sp>
      <p:sp>
        <p:nvSpPr>
          <p:cNvPr id="189" name="Google Shape;189;p47"/>
          <p:cNvSpPr txBox="1"/>
          <p:nvPr>
            <p:ph idx="1" type="body"/>
          </p:nvPr>
        </p:nvSpPr>
        <p:spPr>
          <a:xfrm>
            <a:off x="0" y="1600271"/>
            <a:ext cx="3833504" cy="1362385"/>
          </a:xfrm>
          <a:prstGeom prst="rect">
            <a:avLst/>
          </a:prstGeom>
          <a:blipFill rotWithShape="1">
            <a:blip r:embed="rId3">
              <a:alphaModFix/>
            </a:blip>
            <a:stretch>
              <a:fillRect b="0" l="0" r="-15103" t="0"/>
            </a:stretch>
          </a:blipFill>
          <a:ln>
            <a:noFill/>
          </a:ln>
        </p:spPr>
        <p:txBody>
          <a:bodyPr anchorCtr="0" anchor="t" bIns="45700" lIns="54850" spcFirstLastPara="1" rIns="91425" wrap="square" tIns="91425">
            <a:noAutofit/>
          </a:bodyPr>
          <a:lstStyle/>
          <a:p>
            <a:pPr indent="-320040" lvl="0" marL="457200" rtl="0" algn="l">
              <a:lnSpc>
                <a:spcPct val="100000"/>
              </a:lnSpc>
              <a:spcBef>
                <a:spcPts val="0"/>
              </a:spcBef>
              <a:spcAft>
                <a:spcPts val="0"/>
              </a:spcAft>
              <a:buSzPts val="1440"/>
              <a:buChar char="◼"/>
            </a:pPr>
            <a:r>
              <a:rPr lang="iw-IL"/>
              <a:t> </a:t>
            </a:r>
            <a:endParaRPr/>
          </a:p>
        </p:txBody>
      </p:sp>
      <p:sp>
        <p:nvSpPr>
          <p:cNvPr id="190" name="Google Shape;190;p47"/>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191" name="Google Shape;191;p47"/>
          <p:cNvPicPr preferRelativeResize="0"/>
          <p:nvPr/>
        </p:nvPicPr>
        <p:blipFill rotWithShape="1">
          <a:blip r:embed="rId4">
            <a:alphaModFix/>
          </a:blip>
          <a:srcRect b="0" l="0" r="0" t="0"/>
          <a:stretch/>
        </p:blipFill>
        <p:spPr>
          <a:xfrm>
            <a:off x="5441462" y="1408176"/>
            <a:ext cx="3496163" cy="3581900"/>
          </a:xfrm>
          <a:prstGeom prst="rect">
            <a:avLst/>
          </a:prstGeom>
          <a:noFill/>
          <a:ln>
            <a:noFill/>
          </a:ln>
        </p:spPr>
      </p:pic>
      <p:sp>
        <p:nvSpPr>
          <p:cNvPr id="192" name="Google Shape;192;p47"/>
          <p:cNvSpPr txBox="1"/>
          <p:nvPr/>
        </p:nvSpPr>
        <p:spPr>
          <a:xfrm>
            <a:off x="-66412" y="4706183"/>
            <a:ext cx="8001000" cy="1362385"/>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8"/>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מה עובד יותר מהר?</a:t>
            </a:r>
            <a:endParaRPr/>
          </a:p>
        </p:txBody>
      </p:sp>
      <p:sp>
        <p:nvSpPr>
          <p:cNvPr id="198" name="Google Shape;198;p48"/>
          <p:cNvSpPr txBox="1"/>
          <p:nvPr>
            <p:ph idx="1" type="body"/>
          </p:nvPr>
        </p:nvSpPr>
        <p:spPr>
          <a:xfrm>
            <a:off x="0" y="1600271"/>
            <a:ext cx="3833504" cy="1362385"/>
          </a:xfrm>
          <a:prstGeom prst="rect">
            <a:avLst/>
          </a:prstGeom>
          <a:blipFill rotWithShape="1">
            <a:blip r:embed="rId3">
              <a:alphaModFix/>
            </a:blip>
            <a:stretch>
              <a:fillRect b="0" l="0" r="-15103" t="0"/>
            </a:stretch>
          </a:blipFill>
          <a:ln>
            <a:noFill/>
          </a:ln>
        </p:spPr>
        <p:txBody>
          <a:bodyPr anchorCtr="0" anchor="t" bIns="45700" lIns="54850" spcFirstLastPara="1" rIns="91425" wrap="square" tIns="91425">
            <a:noAutofit/>
          </a:bodyPr>
          <a:lstStyle/>
          <a:p>
            <a:pPr indent="-320040" lvl="0" marL="457200" rtl="0" algn="l">
              <a:lnSpc>
                <a:spcPct val="100000"/>
              </a:lnSpc>
              <a:spcBef>
                <a:spcPts val="0"/>
              </a:spcBef>
              <a:spcAft>
                <a:spcPts val="0"/>
              </a:spcAft>
              <a:buSzPts val="1440"/>
              <a:buChar char="◼"/>
            </a:pPr>
            <a:r>
              <a:rPr lang="iw-IL"/>
              <a:t> </a:t>
            </a:r>
            <a:endParaRPr/>
          </a:p>
        </p:txBody>
      </p:sp>
      <p:sp>
        <p:nvSpPr>
          <p:cNvPr id="199" name="Google Shape;199;p48"/>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200" name="Google Shape;200;p48"/>
          <p:cNvSpPr txBox="1"/>
          <p:nvPr/>
        </p:nvSpPr>
        <p:spPr>
          <a:xfrm>
            <a:off x="-66412" y="4706183"/>
            <a:ext cx="8001000" cy="136238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pic>
        <p:nvPicPr>
          <p:cNvPr id="201" name="Google Shape;201;p48"/>
          <p:cNvPicPr preferRelativeResize="0"/>
          <p:nvPr/>
        </p:nvPicPr>
        <p:blipFill rotWithShape="1">
          <a:blip r:embed="rId5">
            <a:alphaModFix/>
          </a:blip>
          <a:srcRect b="50000" l="0" r="0" t="0"/>
          <a:stretch/>
        </p:blipFill>
        <p:spPr>
          <a:xfrm>
            <a:off x="6409577" y="1873113"/>
            <a:ext cx="2610353" cy="851799"/>
          </a:xfrm>
          <a:prstGeom prst="rect">
            <a:avLst/>
          </a:prstGeom>
          <a:noFill/>
          <a:ln>
            <a:noFill/>
          </a:ln>
        </p:spPr>
      </p:pic>
      <p:pic>
        <p:nvPicPr>
          <p:cNvPr id="202" name="Google Shape;202;p48"/>
          <p:cNvPicPr preferRelativeResize="0"/>
          <p:nvPr/>
        </p:nvPicPr>
        <p:blipFill rotWithShape="1">
          <a:blip r:embed="rId5">
            <a:alphaModFix/>
          </a:blip>
          <a:srcRect b="-8060" l="-185" r="185" t="58060"/>
          <a:stretch/>
        </p:blipFill>
        <p:spPr>
          <a:xfrm>
            <a:off x="6528827" y="5899839"/>
            <a:ext cx="2610353" cy="851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9"/>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האם זה נכון?</a:t>
            </a:r>
            <a:endParaRPr/>
          </a:p>
        </p:txBody>
      </p:sp>
      <p:sp>
        <p:nvSpPr>
          <p:cNvPr id="208" name="Google Shape;208;p49"/>
          <p:cNvSpPr txBox="1"/>
          <p:nvPr>
            <p:ph idx="1" type="body"/>
          </p:nvPr>
        </p:nvSpPr>
        <p:spPr>
          <a:xfrm>
            <a:off x="0" y="1600271"/>
            <a:ext cx="5477256" cy="1362385"/>
          </a:xfrm>
          <a:prstGeom prst="rect">
            <a:avLst/>
          </a:prstGeom>
          <a:blipFill rotWithShape="1">
            <a:blip r:embed="rId3">
              <a:alphaModFix/>
            </a:blip>
            <a:stretch>
              <a:fillRect b="0" l="0" r="0" t="0"/>
            </a:stretch>
          </a:blipFill>
          <a:ln>
            <a:noFill/>
          </a:ln>
        </p:spPr>
        <p:txBody>
          <a:bodyPr anchorCtr="0" anchor="t" bIns="45700" lIns="54850" spcFirstLastPara="1" rIns="91425" wrap="square" tIns="91425">
            <a:noAutofit/>
          </a:bodyPr>
          <a:lstStyle/>
          <a:p>
            <a:pPr indent="-320040" lvl="0" marL="457200" rtl="0" algn="l">
              <a:lnSpc>
                <a:spcPct val="100000"/>
              </a:lnSpc>
              <a:spcBef>
                <a:spcPts val="0"/>
              </a:spcBef>
              <a:spcAft>
                <a:spcPts val="0"/>
              </a:spcAft>
              <a:buSzPts val="1440"/>
              <a:buChar char="◼"/>
            </a:pPr>
            <a:r>
              <a:rPr lang="iw-IL"/>
              <a:t> </a:t>
            </a:r>
            <a:endParaRPr/>
          </a:p>
        </p:txBody>
      </p:sp>
      <p:sp>
        <p:nvSpPr>
          <p:cNvPr id="209" name="Google Shape;209;p49"/>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210" name="Google Shape;210;p49"/>
          <p:cNvSpPr txBox="1"/>
          <p:nvPr/>
        </p:nvSpPr>
        <p:spPr>
          <a:xfrm>
            <a:off x="-195199" y="2949990"/>
            <a:ext cx="9534398" cy="136238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
        <p:nvSpPr>
          <p:cNvPr id="211" name="Google Shape;211;p49"/>
          <p:cNvSpPr txBox="1"/>
          <p:nvPr/>
        </p:nvSpPr>
        <p:spPr>
          <a:xfrm>
            <a:off x="1167384" y="4779335"/>
            <a:ext cx="5477256" cy="1362385"/>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0"/>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למה?</a:t>
            </a:r>
            <a:endParaRPr/>
          </a:p>
        </p:txBody>
      </p:sp>
      <p:sp>
        <p:nvSpPr>
          <p:cNvPr id="217" name="Google Shape;217;p50"/>
          <p:cNvSpPr txBox="1"/>
          <p:nvPr>
            <p:ph idx="1" type="body"/>
          </p:nvPr>
        </p:nvSpPr>
        <p:spPr>
          <a:xfrm>
            <a:off x="0" y="1600271"/>
            <a:ext cx="5477256" cy="1362385"/>
          </a:xfrm>
          <a:prstGeom prst="rect">
            <a:avLst/>
          </a:prstGeom>
          <a:blipFill rotWithShape="1">
            <a:blip r:embed="rId3">
              <a:alphaModFix/>
            </a:blip>
            <a:stretch>
              <a:fillRect b="0" l="0" r="0" t="0"/>
            </a:stretch>
          </a:blipFill>
          <a:ln>
            <a:noFill/>
          </a:ln>
        </p:spPr>
        <p:txBody>
          <a:bodyPr anchorCtr="0" anchor="t" bIns="45700" lIns="54850" spcFirstLastPara="1" rIns="91425" wrap="square" tIns="91425">
            <a:noAutofit/>
          </a:bodyPr>
          <a:lstStyle/>
          <a:p>
            <a:pPr indent="-320040" lvl="0" marL="457200" rtl="0" algn="l">
              <a:lnSpc>
                <a:spcPct val="100000"/>
              </a:lnSpc>
              <a:spcBef>
                <a:spcPts val="0"/>
              </a:spcBef>
              <a:spcAft>
                <a:spcPts val="0"/>
              </a:spcAft>
              <a:buSzPts val="1440"/>
              <a:buChar char="◼"/>
            </a:pPr>
            <a:r>
              <a:rPr lang="iw-IL"/>
              <a:t> </a:t>
            </a:r>
            <a:endParaRPr/>
          </a:p>
        </p:txBody>
      </p:sp>
      <p:sp>
        <p:nvSpPr>
          <p:cNvPr id="218" name="Google Shape;218;p50"/>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219" name="Google Shape;219;p50"/>
          <p:cNvSpPr txBox="1"/>
          <p:nvPr/>
        </p:nvSpPr>
        <p:spPr>
          <a:xfrm>
            <a:off x="-1532323" y="2859166"/>
            <a:ext cx="9534398" cy="136238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sp>
        <p:nvSpPr>
          <p:cNvPr id="220" name="Google Shape;220;p50"/>
          <p:cNvSpPr txBox="1"/>
          <p:nvPr/>
        </p:nvSpPr>
        <p:spPr>
          <a:xfrm>
            <a:off x="1039368" y="4221551"/>
            <a:ext cx="5477256" cy="1362385"/>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iw-IL" sz="1400" u="none" cap="none" strike="noStrike">
                <a:latin typeface="Arial"/>
                <a:ea typeface="Arial"/>
                <a:cs typeface="Arial"/>
                <a:sym typeface="Arial"/>
              </a:rPr>
              <a:t> </a:t>
            </a:r>
            <a:endParaRPr/>
          </a:p>
        </p:txBody>
      </p:sp>
      <p:pic>
        <p:nvPicPr>
          <p:cNvPr id="221" name="Google Shape;221;p50"/>
          <p:cNvPicPr preferRelativeResize="0"/>
          <p:nvPr/>
        </p:nvPicPr>
        <p:blipFill rotWithShape="1">
          <a:blip r:embed="rId6">
            <a:alphaModFix/>
          </a:blip>
          <a:srcRect b="0" l="0" r="0" t="0"/>
          <a:stretch/>
        </p:blipFill>
        <p:spPr>
          <a:xfrm>
            <a:off x="916332" y="5583936"/>
            <a:ext cx="7085743" cy="1252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51"/>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0" algn="ctr">
              <a:lnSpc>
                <a:spcPct val="100000"/>
              </a:lnSpc>
              <a:spcBef>
                <a:spcPts val="0"/>
              </a:spcBef>
              <a:spcAft>
                <a:spcPts val="0"/>
              </a:spcAft>
              <a:buSzPts val="1400"/>
              <a:buNone/>
            </a:pPr>
            <a:r>
              <a:rPr lang="iw-IL"/>
              <a:t>הסיפור העצוב של הטיל אריאן 5</a:t>
            </a:r>
            <a:endParaRPr/>
          </a:p>
        </p:txBody>
      </p:sp>
      <p:sp>
        <p:nvSpPr>
          <p:cNvPr id="228" name="Google Shape;228;p51"/>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228600" lvl="0" marL="457200" rtl="0" algn="l">
              <a:lnSpc>
                <a:spcPct val="100000"/>
              </a:lnSpc>
              <a:spcBef>
                <a:spcPts val="0"/>
              </a:spcBef>
              <a:spcAft>
                <a:spcPts val="0"/>
              </a:spcAft>
              <a:buSzPts val="1440"/>
              <a:buNone/>
            </a:pPr>
            <a:r>
              <a:t/>
            </a:r>
            <a:endParaRPr/>
          </a:p>
        </p:txBody>
      </p:sp>
      <p:sp>
        <p:nvSpPr>
          <p:cNvPr id="229" name="Google Shape;229;p51"/>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230" name="Google Shape;230;p51"/>
          <p:cNvPicPr preferRelativeResize="0"/>
          <p:nvPr/>
        </p:nvPicPr>
        <p:blipFill rotWithShape="1">
          <a:blip r:embed="rId3">
            <a:alphaModFix/>
          </a:blip>
          <a:srcRect b="0" l="0" r="0" t="0"/>
          <a:stretch/>
        </p:blipFill>
        <p:spPr>
          <a:xfrm>
            <a:off x="3066991" y="1192368"/>
            <a:ext cx="3010017" cy="5284632"/>
          </a:xfrm>
          <a:prstGeom prst="rect">
            <a:avLst/>
          </a:prstGeom>
          <a:noFill/>
          <a:ln>
            <a:noFill/>
          </a:ln>
        </p:spPr>
      </p:pic>
      <p:sp>
        <p:nvSpPr>
          <p:cNvPr id="231" name="Google Shape;231;p51"/>
          <p:cNvSpPr txBox="1"/>
          <p:nvPr/>
        </p:nvSpPr>
        <p:spPr>
          <a:xfrm>
            <a:off x="-85726" y="6235202"/>
            <a:ext cx="9229726"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iw-IL" sz="3200" u="sng" cap="none" strike="noStrike">
                <a:solidFill>
                  <a:srgbClr val="000000"/>
                </a:solidFill>
                <a:latin typeface="Arial"/>
                <a:ea typeface="Arial"/>
                <a:cs typeface="Arial"/>
                <a:sym typeface="Arial"/>
                <a:hlinkClick r:id="rId4">
                  <a:extLst>
                    <a:ext uri="{A12FA001-AC4F-418D-AE19-62706E023703}">
                      <ahyp:hlinkClr val="tx"/>
                    </a:ext>
                  </a:extLst>
                </a:hlinkClick>
              </a:rPr>
              <a:t>https://www.youtube.com/watch?v=5tJPXYA0Nec</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52"/>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איך המחשב עובד?</a:t>
            </a:r>
            <a:endParaRPr/>
          </a:p>
        </p:txBody>
      </p:sp>
      <p:sp>
        <p:nvSpPr>
          <p:cNvPr id="237" name="Google Shape;237;p52"/>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descr="תמונה שמכילה טקסט, מחשב, צילום מסך, מכשיר פלט&#10;&#10;תוכן בינה מלאכותית גנרטיבית עשוי להיות שגוי." id="238" name="Google Shape;238;p52"/>
          <p:cNvPicPr preferRelativeResize="0"/>
          <p:nvPr/>
        </p:nvPicPr>
        <p:blipFill rotWithShape="1">
          <a:blip r:embed="rId3">
            <a:alphaModFix/>
          </a:blip>
          <a:srcRect b="0" l="0" r="0" t="0"/>
          <a:stretch/>
        </p:blipFill>
        <p:spPr>
          <a:xfrm>
            <a:off x="0" y="1481328"/>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3"/>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במה נתמקד במדעי המחשב?</a:t>
            </a:r>
            <a:endParaRPr/>
          </a:p>
        </p:txBody>
      </p:sp>
      <p:sp>
        <p:nvSpPr>
          <p:cNvPr id="244" name="Google Shape;244;p53"/>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245" name="Google Shape;245;p53"/>
          <p:cNvPicPr preferRelativeResize="0"/>
          <p:nvPr/>
        </p:nvPicPr>
        <p:blipFill rotWithShape="1">
          <a:blip r:embed="rId3">
            <a:alphaModFix/>
          </a:blip>
          <a:srcRect b="0" l="10452" r="0" t="0"/>
          <a:stretch/>
        </p:blipFill>
        <p:spPr>
          <a:xfrm>
            <a:off x="6098042" y="1484376"/>
            <a:ext cx="3159623" cy="4869173"/>
          </a:xfrm>
          <a:prstGeom prst="rect">
            <a:avLst/>
          </a:prstGeom>
          <a:noFill/>
          <a:ln>
            <a:noFill/>
          </a:ln>
        </p:spPr>
      </p:pic>
      <p:pic>
        <p:nvPicPr>
          <p:cNvPr descr="תמונה שמכילה טקסט, מחשב, צילום מסך, מכשיר פלט&#10;&#10;תוכן בינה מלאכותית גנרטיבית עשוי להיות שגוי." id="246" name="Google Shape;246;p53"/>
          <p:cNvPicPr preferRelativeResize="0"/>
          <p:nvPr/>
        </p:nvPicPr>
        <p:blipFill rotWithShape="1">
          <a:blip r:embed="rId4">
            <a:alphaModFix/>
          </a:blip>
          <a:srcRect b="0" l="0" r="0" t="0"/>
          <a:stretch/>
        </p:blipFill>
        <p:spPr>
          <a:xfrm>
            <a:off x="0" y="2265417"/>
            <a:ext cx="5409194" cy="3042672"/>
          </a:xfrm>
          <a:prstGeom prst="rect">
            <a:avLst/>
          </a:prstGeom>
          <a:noFill/>
          <a:ln>
            <a:noFill/>
          </a:ln>
        </p:spPr>
      </p:pic>
      <p:sp>
        <p:nvSpPr>
          <p:cNvPr id="247" name="Google Shape;247;p53"/>
          <p:cNvSpPr/>
          <p:nvPr/>
        </p:nvSpPr>
        <p:spPr>
          <a:xfrm>
            <a:off x="-64008" y="2615184"/>
            <a:ext cx="1143000" cy="1207008"/>
          </a:xfrm>
          <a:prstGeom prst="mathMultiply">
            <a:avLst>
              <a:gd fmla="val 10649"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8" name="Google Shape;248;p53"/>
          <p:cNvSpPr/>
          <p:nvPr/>
        </p:nvSpPr>
        <p:spPr>
          <a:xfrm>
            <a:off x="5729234" y="4309868"/>
            <a:ext cx="2802118" cy="2548131"/>
          </a:xfrm>
          <a:prstGeom prst="mathMultiply">
            <a:avLst>
              <a:gd fmla="val 10649"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9" name="Google Shape;249;p53"/>
          <p:cNvSpPr/>
          <p:nvPr/>
        </p:nvSpPr>
        <p:spPr>
          <a:xfrm>
            <a:off x="688848" y="2615184"/>
            <a:ext cx="1143000" cy="1207008"/>
          </a:xfrm>
          <a:prstGeom prst="mathMultiply">
            <a:avLst>
              <a:gd fmla="val 10649"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graphicFrame>
        <p:nvGraphicFramePr>
          <p:cNvPr id="254" name="Google Shape;254;p54"/>
          <p:cNvGraphicFramePr/>
          <p:nvPr/>
        </p:nvGraphicFramePr>
        <p:xfrm>
          <a:off x="172402" y="1690180"/>
          <a:ext cx="3000000" cy="3000000"/>
        </p:xfrm>
        <a:graphic>
          <a:graphicData uri="http://schemas.openxmlformats.org/drawingml/2006/table">
            <a:tbl>
              <a:tblPr bandRow="1" firstRow="1">
                <a:noFill/>
                <a:tableStyleId>{D3B9FC35-CAD0-4D3F-BEBE-D09448F5CC3E}</a:tableStyleId>
              </a:tblPr>
              <a:tblGrid>
                <a:gridCol w="4639950"/>
              </a:tblGrid>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55" name="Google Shape;255;p54"/>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במה נתמקד בקורס זה?</a:t>
            </a:r>
            <a:endParaRPr/>
          </a:p>
        </p:txBody>
      </p:sp>
      <p:sp>
        <p:nvSpPr>
          <p:cNvPr id="256" name="Google Shape;256;p54"/>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257" name="Google Shape;257;p54"/>
          <p:cNvPicPr preferRelativeResize="0"/>
          <p:nvPr/>
        </p:nvPicPr>
        <p:blipFill rotWithShape="1">
          <a:blip r:embed="rId3">
            <a:alphaModFix/>
          </a:blip>
          <a:srcRect b="33382" l="12005" r="0" t="8"/>
          <a:stretch/>
        </p:blipFill>
        <p:spPr>
          <a:xfrm>
            <a:off x="4754880" y="1596993"/>
            <a:ext cx="4887541" cy="5105559"/>
          </a:xfrm>
          <a:prstGeom prst="rect">
            <a:avLst/>
          </a:prstGeom>
          <a:noFill/>
          <a:ln>
            <a:noFill/>
          </a:ln>
        </p:spPr>
      </p:pic>
      <p:sp>
        <p:nvSpPr>
          <p:cNvPr id="258" name="Google Shape;258;p54"/>
          <p:cNvSpPr/>
          <p:nvPr/>
        </p:nvSpPr>
        <p:spPr>
          <a:xfrm>
            <a:off x="690372" y="4980273"/>
            <a:ext cx="8362188" cy="1722279"/>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9" name="Google Shape;259;p54"/>
          <p:cNvSpPr txBox="1"/>
          <p:nvPr/>
        </p:nvSpPr>
        <p:spPr>
          <a:xfrm>
            <a:off x="886968" y="4583045"/>
            <a:ext cx="3867912"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iw-IL" sz="7200" u="none" cap="none" strike="noStrike">
                <a:solidFill>
                  <a:srgbClr val="000000"/>
                </a:solidFill>
                <a:latin typeface="Arial"/>
                <a:ea typeface="Arial"/>
                <a:cs typeface="Arial"/>
                <a:sym typeface="Arial"/>
              </a:rPr>
              <a:t>מערכות ספרתיות </a:t>
            </a:r>
            <a:endParaRPr/>
          </a:p>
        </p:txBody>
      </p:sp>
      <p:sp>
        <p:nvSpPr>
          <p:cNvPr id="260" name="Google Shape;260;p54"/>
          <p:cNvSpPr txBox="1"/>
          <p:nvPr/>
        </p:nvSpPr>
        <p:spPr>
          <a:xfrm>
            <a:off x="829501" y="3780866"/>
            <a:ext cx="3785616"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iw-IL" sz="2400" u="none" cap="none" strike="noStrike">
                <a:solidFill>
                  <a:srgbClr val="000000"/>
                </a:solidFill>
                <a:latin typeface="Arial"/>
                <a:ea typeface="Arial"/>
                <a:cs typeface="Arial"/>
                <a:sym typeface="Arial"/>
              </a:rPr>
              <a:t>ארכיטקטורה וארגון המחשב (שנה ב, סמסטר א)</a:t>
            </a:r>
            <a:endParaRPr/>
          </a:p>
        </p:txBody>
      </p:sp>
      <p:sp>
        <p:nvSpPr>
          <p:cNvPr id="261" name="Google Shape;261;p54"/>
          <p:cNvSpPr txBox="1"/>
          <p:nvPr/>
        </p:nvSpPr>
        <p:spPr>
          <a:xfrm>
            <a:off x="281495" y="2642729"/>
            <a:ext cx="462229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iw-IL" sz="2400" u="none" cap="none" strike="noStrike">
                <a:solidFill>
                  <a:srgbClr val="000000"/>
                </a:solidFill>
                <a:latin typeface="Arial"/>
                <a:ea typeface="Arial"/>
                <a:cs typeface="Arial"/>
                <a:sym typeface="Arial"/>
              </a:rPr>
              <a:t>מערכות הפעלה (שנה ב, סמסטר ב)</a:t>
            </a:r>
            <a:endParaRPr/>
          </a:p>
        </p:txBody>
      </p:sp>
      <p:sp>
        <p:nvSpPr>
          <p:cNvPr id="262" name="Google Shape;262;p54"/>
          <p:cNvSpPr txBox="1"/>
          <p:nvPr/>
        </p:nvSpPr>
        <p:spPr>
          <a:xfrm>
            <a:off x="690372" y="1690180"/>
            <a:ext cx="3973068"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iw-IL" sz="2400" u="none" cap="none" strike="noStrike">
                <a:solidFill>
                  <a:srgbClr val="000000"/>
                </a:solidFill>
                <a:latin typeface="Arial"/>
                <a:ea typeface="Arial"/>
                <a:cs typeface="Arial"/>
                <a:sym typeface="Arial"/>
              </a:rPr>
              <a:t>מבוא למדעי המחשב</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graphicFrame>
        <p:nvGraphicFramePr>
          <p:cNvPr id="267" name="Google Shape;267;p55"/>
          <p:cNvGraphicFramePr/>
          <p:nvPr/>
        </p:nvGraphicFramePr>
        <p:xfrm>
          <a:off x="172402" y="1690180"/>
          <a:ext cx="3000000" cy="3000000"/>
        </p:xfrm>
        <a:graphic>
          <a:graphicData uri="http://schemas.openxmlformats.org/drawingml/2006/table">
            <a:tbl>
              <a:tblPr bandRow="1" firstRow="1">
                <a:noFill/>
                <a:tableStyleId>{D3B9FC35-CAD0-4D3F-BEBE-D09448F5CC3E}</a:tableStyleId>
              </a:tblPr>
              <a:tblGrid>
                <a:gridCol w="4639950"/>
              </a:tblGrid>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5400">
                <a:tc>
                  <a:txBody>
                    <a:bodyPr/>
                    <a:lstStyle/>
                    <a:p>
                      <a:pPr indent="0" lvl="0" marL="0" marR="0" rtl="1"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68" name="Google Shape;268;p55"/>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במה נתמקד בקורס זה?</a:t>
            </a:r>
            <a:endParaRPr/>
          </a:p>
        </p:txBody>
      </p:sp>
      <p:sp>
        <p:nvSpPr>
          <p:cNvPr id="269" name="Google Shape;269;p55"/>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pic>
        <p:nvPicPr>
          <p:cNvPr id="270" name="Google Shape;270;p55"/>
          <p:cNvPicPr preferRelativeResize="0"/>
          <p:nvPr/>
        </p:nvPicPr>
        <p:blipFill rotWithShape="1">
          <a:blip r:embed="rId3">
            <a:alphaModFix/>
          </a:blip>
          <a:srcRect b="33382" l="12005" r="0" t="44148"/>
          <a:stretch/>
        </p:blipFill>
        <p:spPr>
          <a:xfrm>
            <a:off x="4754880" y="4980273"/>
            <a:ext cx="4887541" cy="1722279"/>
          </a:xfrm>
          <a:prstGeom prst="rect">
            <a:avLst/>
          </a:prstGeom>
          <a:noFill/>
          <a:ln>
            <a:noFill/>
          </a:ln>
        </p:spPr>
      </p:pic>
      <p:sp>
        <p:nvSpPr>
          <p:cNvPr id="271" name="Google Shape;271;p55"/>
          <p:cNvSpPr/>
          <p:nvPr/>
        </p:nvSpPr>
        <p:spPr>
          <a:xfrm>
            <a:off x="690372" y="4980273"/>
            <a:ext cx="8362188" cy="1722279"/>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2" name="Google Shape;272;p55"/>
          <p:cNvSpPr txBox="1"/>
          <p:nvPr/>
        </p:nvSpPr>
        <p:spPr>
          <a:xfrm>
            <a:off x="886968" y="4583045"/>
            <a:ext cx="3867912"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iw-IL" sz="7200" u="none" cap="none" strike="noStrike">
                <a:solidFill>
                  <a:srgbClr val="000000"/>
                </a:solidFill>
                <a:latin typeface="Arial"/>
                <a:ea typeface="Arial"/>
                <a:cs typeface="Arial"/>
                <a:sym typeface="Arial"/>
              </a:rPr>
              <a:t>מערכות ספרתיות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תמונה שמכילה צילום מסך, טקסט, חשיכה, גרפיקה&#10;&#10;תוכן בינה מלאכותית גנרטיבית עשוי להיות שגוי." id="277" name="Google Shape;277;p13"/>
          <p:cNvPicPr preferRelativeResize="0"/>
          <p:nvPr/>
        </p:nvPicPr>
        <p:blipFill rotWithShape="1">
          <a:blip r:embed="rId3">
            <a:alphaModFix/>
          </a:blip>
          <a:srcRect b="0" l="0" r="0" t="0"/>
          <a:stretch/>
        </p:blipFill>
        <p:spPr>
          <a:xfrm>
            <a:off x="915682" y="0"/>
            <a:ext cx="7312636" cy="4087368"/>
          </a:xfrm>
          <a:prstGeom prst="rect">
            <a:avLst/>
          </a:prstGeom>
          <a:noFill/>
          <a:ln>
            <a:noFill/>
          </a:ln>
        </p:spPr>
      </p:pic>
      <p:sp>
        <p:nvSpPr>
          <p:cNvPr id="278" name="Google Shape;278;p13"/>
          <p:cNvSpPr txBox="1"/>
          <p:nvPr>
            <p:ph type="ctrTitle"/>
          </p:nvPr>
        </p:nvSpPr>
        <p:spPr>
          <a:xfrm>
            <a:off x="685800" y="3355848"/>
            <a:ext cx="8077200" cy="1673400"/>
          </a:xfrm>
          <a:prstGeom prst="rect">
            <a:avLst/>
          </a:prstGeom>
          <a:noFill/>
          <a:ln>
            <a:noFill/>
          </a:ln>
        </p:spPr>
        <p:txBody>
          <a:bodyPr anchorCtr="0" anchor="t" bIns="0" lIns="91425" spcFirstLastPara="1" rIns="45700" wrap="square" tIns="0">
            <a:normAutofit/>
          </a:bodyPr>
          <a:lstStyle/>
          <a:p>
            <a:pPr indent="0" lvl="0" marL="0" rtl="1" algn="r">
              <a:lnSpc>
                <a:spcPct val="100000"/>
              </a:lnSpc>
              <a:spcBef>
                <a:spcPts val="0"/>
              </a:spcBef>
              <a:spcAft>
                <a:spcPts val="0"/>
              </a:spcAft>
              <a:buSzPts val="1400"/>
              <a:buNone/>
            </a:pPr>
            <a:r>
              <a:rPr lang="iw-IL"/>
              <a:t>מה נלמד בקורס?</a:t>
            </a:r>
            <a:endParaRPr/>
          </a:p>
        </p:txBody>
      </p:sp>
      <p:sp>
        <p:nvSpPr>
          <p:cNvPr id="279" name="Google Shape;279;p13"/>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6"/>
          <p:cNvSpPr txBox="1"/>
          <p:nvPr>
            <p:ph type="title"/>
          </p:nvPr>
        </p:nvSpPr>
        <p:spPr>
          <a:xfrm>
            <a:off x="457200" y="155448"/>
            <a:ext cx="8229600" cy="1252800"/>
          </a:xfrm>
          <a:prstGeom prst="rect">
            <a:avLst/>
          </a:prstGeom>
          <a:noFill/>
          <a:ln>
            <a:noFill/>
          </a:ln>
        </p:spPr>
        <p:txBody>
          <a:bodyPr anchorCtr="0" anchor="ctr" bIns="45700" lIns="91425" spcFirstLastPara="1" rIns="45700" wrap="square" tIns="45700">
            <a:normAutofit fontScale="90000"/>
          </a:bodyPr>
          <a:lstStyle/>
          <a:p>
            <a:pPr indent="0" lvl="0" marL="0" rtl="1" algn="r">
              <a:lnSpc>
                <a:spcPct val="100000"/>
              </a:lnSpc>
              <a:spcBef>
                <a:spcPts val="0"/>
              </a:spcBef>
              <a:spcAft>
                <a:spcPts val="0"/>
              </a:spcAft>
              <a:buSzPct val="34568"/>
              <a:buNone/>
            </a:pPr>
            <a:r>
              <a:rPr lang="iw-IL"/>
              <a:t>במה נתמקד בקורס זה? </a:t>
            </a:r>
            <a:br>
              <a:rPr lang="iw-IL"/>
            </a:br>
            <a:r>
              <a:rPr lang="iw-IL"/>
              <a:t>1. מתמטיקה בינארית ופעולות בסיסיות</a:t>
            </a:r>
            <a:endParaRPr/>
          </a:p>
        </p:txBody>
      </p:sp>
      <p:sp>
        <p:nvSpPr>
          <p:cNvPr id="286" name="Google Shape;286;p56"/>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287" name="Google Shape;287;p56"/>
          <p:cNvSpPr txBox="1"/>
          <p:nvPr>
            <p:ph idx="1" type="body"/>
          </p:nvPr>
        </p:nvSpPr>
        <p:spPr>
          <a:xfrm>
            <a:off x="7070" y="1447800"/>
            <a:ext cx="9060600" cy="4626000"/>
          </a:xfrm>
          <a:prstGeom prst="rect">
            <a:avLst/>
          </a:prstGeom>
          <a:noFill/>
          <a:ln>
            <a:noFill/>
          </a:ln>
        </p:spPr>
        <p:txBody>
          <a:bodyPr anchorCtr="0" anchor="t" bIns="45700" lIns="54850" spcFirstLastPara="1" rIns="91425" wrap="square" tIns="91425">
            <a:noAutofit/>
          </a:bodyPr>
          <a:lstStyle/>
          <a:p>
            <a:pPr indent="-156527" lvl="0" marL="438150" rtl="1" algn="r">
              <a:lnSpc>
                <a:spcPct val="100000"/>
              </a:lnSpc>
              <a:spcBef>
                <a:spcPts val="0"/>
              </a:spcBef>
              <a:spcAft>
                <a:spcPts val="0"/>
              </a:spcAft>
              <a:buSzPts val="2560"/>
              <a:buNone/>
            </a:pPr>
            <a:r>
              <a:t/>
            </a:r>
            <a:endParaRPr/>
          </a:p>
        </p:txBody>
      </p:sp>
      <p:pic>
        <p:nvPicPr>
          <p:cNvPr id="288" name="Google Shape;288;p56"/>
          <p:cNvPicPr preferRelativeResize="0"/>
          <p:nvPr/>
        </p:nvPicPr>
        <p:blipFill rotWithShape="1">
          <a:blip r:embed="rId3">
            <a:alphaModFix/>
          </a:blip>
          <a:srcRect b="0" l="0" r="0" t="0"/>
          <a:stretch/>
        </p:blipFill>
        <p:spPr>
          <a:xfrm>
            <a:off x="2294506" y="1467730"/>
            <a:ext cx="4554988" cy="539027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7"/>
          <p:cNvSpPr txBox="1"/>
          <p:nvPr>
            <p:ph type="title"/>
          </p:nvPr>
        </p:nvSpPr>
        <p:spPr>
          <a:xfrm>
            <a:off x="457200" y="155448"/>
            <a:ext cx="8229600" cy="1252800"/>
          </a:xfrm>
          <a:prstGeom prst="rect">
            <a:avLst/>
          </a:prstGeom>
          <a:noFill/>
          <a:ln>
            <a:noFill/>
          </a:ln>
        </p:spPr>
        <p:txBody>
          <a:bodyPr anchorCtr="0" anchor="ctr" bIns="45700" lIns="91425" spcFirstLastPara="1" rIns="45700" wrap="square" tIns="45700">
            <a:normAutofit fontScale="90000"/>
          </a:bodyPr>
          <a:lstStyle/>
          <a:p>
            <a:pPr indent="0" lvl="0" marL="0" rtl="1" algn="r">
              <a:lnSpc>
                <a:spcPct val="100000"/>
              </a:lnSpc>
              <a:spcBef>
                <a:spcPts val="0"/>
              </a:spcBef>
              <a:spcAft>
                <a:spcPts val="0"/>
              </a:spcAft>
              <a:buSzPct val="34568"/>
              <a:buNone/>
            </a:pPr>
            <a:r>
              <a:rPr lang="iw-IL"/>
              <a:t>במה נתמקד בקורס זה? </a:t>
            </a:r>
            <a:br>
              <a:rPr lang="iw-IL"/>
            </a:br>
            <a:r>
              <a:rPr lang="iw-IL"/>
              <a:t>3. מכונות מצבים</a:t>
            </a:r>
            <a:endParaRPr/>
          </a:p>
        </p:txBody>
      </p:sp>
      <p:sp>
        <p:nvSpPr>
          <p:cNvPr id="295" name="Google Shape;295;p57"/>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296" name="Google Shape;296;p57"/>
          <p:cNvSpPr txBox="1"/>
          <p:nvPr>
            <p:ph idx="1" type="body"/>
          </p:nvPr>
        </p:nvSpPr>
        <p:spPr>
          <a:xfrm>
            <a:off x="7070" y="1447800"/>
            <a:ext cx="9060600" cy="4626000"/>
          </a:xfrm>
          <a:prstGeom prst="rect">
            <a:avLst/>
          </a:prstGeom>
          <a:noFill/>
          <a:ln>
            <a:noFill/>
          </a:ln>
        </p:spPr>
        <p:txBody>
          <a:bodyPr anchorCtr="0" anchor="t" bIns="45700" lIns="54850" spcFirstLastPara="1" rIns="91425" wrap="square" tIns="91425">
            <a:noAutofit/>
          </a:bodyPr>
          <a:lstStyle/>
          <a:p>
            <a:pPr indent="-156527" lvl="0" marL="438150" rtl="1" algn="r">
              <a:lnSpc>
                <a:spcPct val="100000"/>
              </a:lnSpc>
              <a:spcBef>
                <a:spcPts val="0"/>
              </a:spcBef>
              <a:spcAft>
                <a:spcPts val="0"/>
              </a:spcAft>
              <a:buSzPts val="2560"/>
              <a:buNone/>
            </a:pPr>
            <a:r>
              <a:t/>
            </a:r>
            <a:endParaRPr/>
          </a:p>
        </p:txBody>
      </p:sp>
      <p:pic>
        <p:nvPicPr>
          <p:cNvPr id="297" name="Google Shape;297;p57"/>
          <p:cNvPicPr preferRelativeResize="0"/>
          <p:nvPr/>
        </p:nvPicPr>
        <p:blipFill rotWithShape="1">
          <a:blip r:embed="rId3">
            <a:alphaModFix/>
          </a:blip>
          <a:srcRect b="0" l="0" r="0" t="0"/>
          <a:stretch/>
        </p:blipFill>
        <p:spPr>
          <a:xfrm>
            <a:off x="2187775" y="1447800"/>
            <a:ext cx="4372485" cy="515493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8"/>
          <p:cNvSpPr txBox="1"/>
          <p:nvPr>
            <p:ph type="title"/>
          </p:nvPr>
        </p:nvSpPr>
        <p:spPr>
          <a:xfrm>
            <a:off x="457200" y="155448"/>
            <a:ext cx="8229600" cy="1252800"/>
          </a:xfrm>
          <a:prstGeom prst="rect">
            <a:avLst/>
          </a:prstGeom>
          <a:noFill/>
          <a:ln>
            <a:noFill/>
          </a:ln>
        </p:spPr>
        <p:txBody>
          <a:bodyPr anchorCtr="0" anchor="ctr" bIns="45700" lIns="91425" spcFirstLastPara="1" rIns="45700" wrap="square" tIns="45700">
            <a:normAutofit fontScale="90000"/>
          </a:bodyPr>
          <a:lstStyle/>
          <a:p>
            <a:pPr indent="0" lvl="0" marL="0" rtl="1" algn="r">
              <a:lnSpc>
                <a:spcPct val="100000"/>
              </a:lnSpc>
              <a:spcBef>
                <a:spcPts val="0"/>
              </a:spcBef>
              <a:spcAft>
                <a:spcPts val="0"/>
              </a:spcAft>
              <a:buSzPct val="34568"/>
              <a:buNone/>
            </a:pPr>
            <a:r>
              <a:rPr lang="iw-IL"/>
              <a:t>במה נתמקד בקורס זה? </a:t>
            </a:r>
            <a:br>
              <a:rPr lang="iw-IL"/>
            </a:br>
            <a:r>
              <a:rPr lang="iw-IL"/>
              <a:t>4. אבני הבניין הבסיסים ליצירת מחשב</a:t>
            </a:r>
            <a:endParaRPr/>
          </a:p>
        </p:txBody>
      </p:sp>
      <p:sp>
        <p:nvSpPr>
          <p:cNvPr id="304" name="Google Shape;304;p58"/>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305" name="Google Shape;305;p58"/>
          <p:cNvSpPr txBox="1"/>
          <p:nvPr>
            <p:ph idx="1" type="body"/>
          </p:nvPr>
        </p:nvSpPr>
        <p:spPr>
          <a:xfrm>
            <a:off x="7070" y="1447800"/>
            <a:ext cx="9060600" cy="4626000"/>
          </a:xfrm>
          <a:prstGeom prst="rect">
            <a:avLst/>
          </a:prstGeom>
          <a:noFill/>
          <a:ln>
            <a:noFill/>
          </a:ln>
        </p:spPr>
        <p:txBody>
          <a:bodyPr anchorCtr="0" anchor="t" bIns="45700" lIns="54850" spcFirstLastPara="1" rIns="91425" wrap="square" tIns="91425">
            <a:noAutofit/>
          </a:bodyPr>
          <a:lstStyle/>
          <a:p>
            <a:pPr indent="-156527" lvl="0" marL="438150" rtl="1" algn="r">
              <a:lnSpc>
                <a:spcPct val="100000"/>
              </a:lnSpc>
              <a:spcBef>
                <a:spcPts val="0"/>
              </a:spcBef>
              <a:spcAft>
                <a:spcPts val="0"/>
              </a:spcAft>
              <a:buSzPts val="2560"/>
              <a:buNone/>
            </a:pPr>
            <a:r>
              <a:t/>
            </a:r>
            <a:endParaRPr/>
          </a:p>
        </p:txBody>
      </p:sp>
      <p:pic>
        <p:nvPicPr>
          <p:cNvPr id="306" name="Google Shape;306;p58"/>
          <p:cNvPicPr preferRelativeResize="0"/>
          <p:nvPr/>
        </p:nvPicPr>
        <p:blipFill rotWithShape="1">
          <a:blip r:embed="rId3">
            <a:alphaModFix/>
          </a:blip>
          <a:srcRect b="0" l="0" r="0" t="0"/>
          <a:stretch/>
        </p:blipFill>
        <p:spPr>
          <a:xfrm>
            <a:off x="2555568" y="1536192"/>
            <a:ext cx="4032863" cy="51663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9"/>
          <p:cNvSpPr txBox="1"/>
          <p:nvPr>
            <p:ph type="title"/>
          </p:nvPr>
        </p:nvSpPr>
        <p:spPr>
          <a:xfrm>
            <a:off x="171450" y="195000"/>
            <a:ext cx="8766250" cy="1252800"/>
          </a:xfrm>
          <a:prstGeom prst="rect">
            <a:avLst/>
          </a:prstGeom>
          <a:noFill/>
          <a:ln>
            <a:noFill/>
          </a:ln>
        </p:spPr>
        <p:txBody>
          <a:bodyPr anchorCtr="0" anchor="ctr" bIns="45700" lIns="91425" spcFirstLastPara="1" rIns="45700" wrap="square" tIns="45700">
            <a:normAutofit fontScale="90000"/>
          </a:bodyPr>
          <a:lstStyle/>
          <a:p>
            <a:pPr indent="0" lvl="0" marL="0" rtl="1" algn="r">
              <a:lnSpc>
                <a:spcPct val="100000"/>
              </a:lnSpc>
              <a:spcBef>
                <a:spcPts val="0"/>
              </a:spcBef>
              <a:spcAft>
                <a:spcPts val="0"/>
              </a:spcAft>
              <a:buSzPct val="34568"/>
              <a:buNone/>
            </a:pPr>
            <a:r>
              <a:rPr lang="iw-IL"/>
              <a:t>במה נתמקד בקורס זה? </a:t>
            </a:r>
            <a:br>
              <a:rPr lang="iw-IL"/>
            </a:br>
            <a:r>
              <a:rPr lang="iw-IL"/>
              <a:t> System Verilog  ליצירה ובדיקות חומרה</a:t>
            </a:r>
            <a:endParaRPr/>
          </a:p>
        </p:txBody>
      </p:sp>
      <p:sp>
        <p:nvSpPr>
          <p:cNvPr id="313" name="Google Shape;313;p59"/>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314" name="Google Shape;314;p59"/>
          <p:cNvSpPr txBox="1"/>
          <p:nvPr>
            <p:ph idx="1" type="body"/>
          </p:nvPr>
        </p:nvSpPr>
        <p:spPr>
          <a:xfrm>
            <a:off x="7070" y="1447800"/>
            <a:ext cx="9060600" cy="4626000"/>
          </a:xfrm>
          <a:prstGeom prst="rect">
            <a:avLst/>
          </a:prstGeom>
          <a:noFill/>
          <a:ln>
            <a:noFill/>
          </a:ln>
        </p:spPr>
        <p:txBody>
          <a:bodyPr anchorCtr="0" anchor="t" bIns="45700" lIns="54850" spcFirstLastPara="1" rIns="91425" wrap="square" tIns="91425">
            <a:noAutofit/>
          </a:bodyPr>
          <a:lstStyle/>
          <a:p>
            <a:pPr indent="-156527" lvl="0" marL="438150" rtl="1" algn="r">
              <a:lnSpc>
                <a:spcPct val="100000"/>
              </a:lnSpc>
              <a:spcBef>
                <a:spcPts val="0"/>
              </a:spcBef>
              <a:spcAft>
                <a:spcPts val="0"/>
              </a:spcAft>
              <a:buSzPts val="2560"/>
              <a:buNone/>
            </a:pPr>
            <a:r>
              <a:t/>
            </a:r>
            <a:endParaRPr/>
          </a:p>
        </p:txBody>
      </p:sp>
      <p:pic>
        <p:nvPicPr>
          <p:cNvPr id="315" name="Google Shape;315;p59"/>
          <p:cNvPicPr preferRelativeResize="0"/>
          <p:nvPr/>
        </p:nvPicPr>
        <p:blipFill rotWithShape="1">
          <a:blip r:embed="rId3">
            <a:alphaModFix/>
          </a:blip>
          <a:srcRect b="0" l="0" r="0" t="0"/>
          <a:stretch/>
        </p:blipFill>
        <p:spPr>
          <a:xfrm>
            <a:off x="2457450" y="1562100"/>
            <a:ext cx="4133025" cy="521478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5"/>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solidFill>
                  <a:srgbClr val="FFC700"/>
                </a:solidFill>
              </a:rPr>
              <a:t>מטרות הקורס</a:t>
            </a:r>
            <a:endParaRPr>
              <a:solidFill>
                <a:srgbClr val="FFC700"/>
              </a:solidFill>
            </a:endParaRPr>
          </a:p>
        </p:txBody>
      </p:sp>
      <p:sp>
        <p:nvSpPr>
          <p:cNvPr id="321" name="Google Shape;321;p15"/>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cxnSp>
        <p:nvCxnSpPr>
          <p:cNvPr id="322" name="Google Shape;322;p15"/>
          <p:cNvCxnSpPr/>
          <p:nvPr/>
        </p:nvCxnSpPr>
        <p:spPr>
          <a:xfrm>
            <a:off x="206375" y="1524000"/>
            <a:ext cx="3582300" cy="5269800"/>
          </a:xfrm>
          <a:prstGeom prst="straightConnector1">
            <a:avLst/>
          </a:prstGeom>
          <a:noFill/>
          <a:ln cap="flat" cmpd="sng" w="76200">
            <a:solidFill>
              <a:srgbClr val="002060"/>
            </a:solidFill>
            <a:prstDash val="solid"/>
            <a:round/>
            <a:headEnd len="sm" w="sm" type="none"/>
            <a:tailEnd len="sm" w="sm" type="none"/>
          </a:ln>
        </p:spPr>
      </p:cxnSp>
      <p:cxnSp>
        <p:nvCxnSpPr>
          <p:cNvPr id="323" name="Google Shape;323;p15"/>
          <p:cNvCxnSpPr/>
          <p:nvPr/>
        </p:nvCxnSpPr>
        <p:spPr>
          <a:xfrm flipH="1">
            <a:off x="5387426" y="1600200"/>
            <a:ext cx="3550200" cy="5148600"/>
          </a:xfrm>
          <a:prstGeom prst="straightConnector1">
            <a:avLst/>
          </a:prstGeom>
          <a:noFill/>
          <a:ln cap="flat" cmpd="sng" w="76200">
            <a:solidFill>
              <a:srgbClr val="002060"/>
            </a:solidFill>
            <a:prstDash val="solid"/>
            <a:round/>
            <a:headEnd len="sm" w="sm" type="none"/>
            <a:tailEnd len="sm" w="sm" type="none"/>
          </a:ln>
        </p:spPr>
      </p:cxnSp>
      <p:sp>
        <p:nvSpPr>
          <p:cNvPr id="324" name="Google Shape;324;p15"/>
          <p:cNvSpPr txBox="1"/>
          <p:nvPr/>
        </p:nvSpPr>
        <p:spPr>
          <a:xfrm>
            <a:off x="1212850" y="1495038"/>
            <a:ext cx="6991350" cy="120028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None/>
            </a:pPr>
            <a:r>
              <a:rPr b="0" i="0" lang="iw-IL" sz="3600" u="none" cap="none" strike="noStrike">
                <a:solidFill>
                  <a:schemeClr val="dk1"/>
                </a:solidFill>
                <a:latin typeface="Verdana"/>
                <a:ea typeface="Verdana"/>
                <a:cs typeface="Verdana"/>
                <a:sym typeface="Verdana"/>
              </a:rPr>
              <a:t>1.</a:t>
            </a:r>
            <a:r>
              <a:rPr b="0" i="0" lang="iw-IL" sz="3600" u="none" cap="none" strike="noStrike">
                <a:solidFill>
                  <a:srgbClr val="000000"/>
                </a:solidFill>
                <a:latin typeface="Arial"/>
                <a:ea typeface="Arial"/>
                <a:cs typeface="Arial"/>
                <a:sym typeface="Arial"/>
              </a:rPr>
              <a:t> מתמטיקה בינארית ופעולות בסיסיות</a:t>
            </a:r>
            <a:r>
              <a:rPr b="0" i="0" lang="iw-IL" sz="3600" u="none" cap="none" strike="noStrike">
                <a:solidFill>
                  <a:schemeClr val="dk1"/>
                </a:solidFill>
                <a:latin typeface="Verdana"/>
                <a:ea typeface="Verdana"/>
                <a:cs typeface="Verdana"/>
                <a:sym typeface="Verdana"/>
              </a:rPr>
              <a:t> </a:t>
            </a:r>
            <a:endParaRPr b="0" i="0" sz="3600" u="none" cap="none" strike="noStrike">
              <a:solidFill>
                <a:schemeClr val="dk1"/>
              </a:solidFill>
              <a:latin typeface="Arial"/>
              <a:ea typeface="Arial"/>
              <a:cs typeface="Arial"/>
              <a:sym typeface="Arial"/>
            </a:endParaRPr>
          </a:p>
        </p:txBody>
      </p:sp>
      <p:sp>
        <p:nvSpPr>
          <p:cNvPr id="325" name="Google Shape;325;p15"/>
          <p:cNvSpPr txBox="1"/>
          <p:nvPr/>
        </p:nvSpPr>
        <p:spPr>
          <a:xfrm>
            <a:off x="2566415" y="2782188"/>
            <a:ext cx="3908426" cy="64629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None/>
            </a:pPr>
            <a:r>
              <a:rPr b="0" i="0" lang="iw-IL" sz="3600" u="none" cap="none" strike="noStrike">
                <a:solidFill>
                  <a:schemeClr val="dk1"/>
                </a:solidFill>
                <a:latin typeface="Verdana"/>
                <a:ea typeface="Verdana"/>
                <a:cs typeface="Verdana"/>
                <a:sym typeface="Verdana"/>
              </a:rPr>
              <a:t>2.</a:t>
            </a:r>
            <a:r>
              <a:rPr b="0" i="0" lang="iw-IL" sz="3600" u="none" cap="none" strike="noStrike">
                <a:solidFill>
                  <a:srgbClr val="000000"/>
                </a:solidFill>
                <a:latin typeface="Arial"/>
                <a:ea typeface="Arial"/>
                <a:cs typeface="Arial"/>
                <a:sym typeface="Arial"/>
              </a:rPr>
              <a:t> מכונות מצבים</a:t>
            </a:r>
            <a:endParaRPr b="0" i="0" sz="3600" u="none" cap="none" strike="noStrike">
              <a:solidFill>
                <a:schemeClr val="dk1"/>
              </a:solidFill>
              <a:latin typeface="Arial"/>
              <a:ea typeface="Arial"/>
              <a:cs typeface="Arial"/>
              <a:sym typeface="Arial"/>
            </a:endParaRPr>
          </a:p>
        </p:txBody>
      </p:sp>
      <p:sp>
        <p:nvSpPr>
          <p:cNvPr id="326" name="Google Shape;326;p15"/>
          <p:cNvSpPr txBox="1"/>
          <p:nvPr/>
        </p:nvSpPr>
        <p:spPr>
          <a:xfrm>
            <a:off x="2509685" y="3527582"/>
            <a:ext cx="4021886" cy="1754286"/>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None/>
            </a:pPr>
            <a:r>
              <a:rPr b="0" i="0" lang="iw-IL" sz="3600" u="none" cap="none" strike="noStrike">
                <a:solidFill>
                  <a:srgbClr val="000000"/>
                </a:solidFill>
                <a:latin typeface="Arial"/>
                <a:ea typeface="Arial"/>
                <a:cs typeface="Arial"/>
                <a:sym typeface="Arial"/>
              </a:rPr>
              <a:t>3.אבני הבניין הבסיסים ליצירת מחשב</a:t>
            </a:r>
            <a:endParaRPr b="0" i="0" sz="3600" u="none" cap="none" strike="noStrike">
              <a:solidFill>
                <a:schemeClr val="dk1"/>
              </a:solidFill>
              <a:latin typeface="Arial"/>
              <a:ea typeface="Arial"/>
              <a:cs typeface="Arial"/>
              <a:sym typeface="Arial"/>
            </a:endParaRPr>
          </a:p>
        </p:txBody>
      </p:sp>
      <p:sp>
        <p:nvSpPr>
          <p:cNvPr id="327" name="Google Shape;327;p15"/>
          <p:cNvSpPr txBox="1"/>
          <p:nvPr/>
        </p:nvSpPr>
        <p:spPr>
          <a:xfrm rot="3371514">
            <a:off x="-13418" y="4574949"/>
            <a:ext cx="4021886" cy="64629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None/>
            </a:pPr>
            <a:r>
              <a:rPr b="0" i="0" lang="iw-IL" sz="3600" u="none" cap="none" strike="noStrike">
                <a:solidFill>
                  <a:srgbClr val="000000"/>
                </a:solidFill>
                <a:latin typeface="Arial"/>
                <a:ea typeface="Arial"/>
                <a:cs typeface="Arial"/>
                <a:sym typeface="Arial"/>
              </a:rPr>
              <a:t>System Verilog</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0"/>
          <p:cNvSpPr txBox="1"/>
          <p:nvPr>
            <p:ph type="title"/>
          </p:nvPr>
        </p:nvSpPr>
        <p:spPr>
          <a:xfrm>
            <a:off x="457200" y="155448"/>
            <a:ext cx="8229600" cy="1252800"/>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solidFill>
                  <a:srgbClr val="FFC700"/>
                </a:solidFill>
              </a:rPr>
              <a:t>מה תדעו בסוף הקורס?</a:t>
            </a:r>
            <a:endParaRPr>
              <a:solidFill>
                <a:srgbClr val="FFC700"/>
              </a:solidFill>
            </a:endParaRPr>
          </a:p>
        </p:txBody>
      </p:sp>
      <p:sp>
        <p:nvSpPr>
          <p:cNvPr id="333" name="Google Shape;333;p60"/>
          <p:cNvSpPr txBox="1"/>
          <p:nvPr>
            <p:ph idx="1" type="body"/>
          </p:nvPr>
        </p:nvSpPr>
        <p:spPr>
          <a:xfrm>
            <a:off x="457200" y="1774825"/>
            <a:ext cx="8229600" cy="4626000"/>
          </a:xfrm>
          <a:prstGeom prst="rect">
            <a:avLst/>
          </a:prstGeom>
          <a:noFill/>
          <a:ln>
            <a:noFill/>
          </a:ln>
        </p:spPr>
        <p:txBody>
          <a:bodyPr anchorCtr="0" anchor="t" bIns="45700" lIns="54850" spcFirstLastPara="1" rIns="91425" wrap="square" tIns="91425">
            <a:noAutofit/>
          </a:bodyPr>
          <a:lstStyle/>
          <a:p>
            <a:pPr indent="-320040" lvl="0" marL="457200" rtl="1" algn="r">
              <a:lnSpc>
                <a:spcPct val="100000"/>
              </a:lnSpc>
              <a:spcBef>
                <a:spcPts val="0"/>
              </a:spcBef>
              <a:spcAft>
                <a:spcPts val="0"/>
              </a:spcAft>
              <a:buSzPts val="1440"/>
              <a:buChar char="◼"/>
            </a:pPr>
            <a:r>
              <a:rPr lang="iw-IL"/>
              <a:t>לבצע חישובים והמרות במספרים בינאריים, הקסדצימליים, בנקודה קבועה וצפה, כולל פעולות חיבור.</a:t>
            </a:r>
            <a:endParaRPr/>
          </a:p>
          <a:p>
            <a:pPr indent="-320040" lvl="0" marL="457200" rtl="1" algn="r">
              <a:lnSpc>
                <a:spcPct val="100000"/>
              </a:lnSpc>
              <a:spcBef>
                <a:spcPts val="0"/>
              </a:spcBef>
              <a:spcAft>
                <a:spcPts val="0"/>
              </a:spcAft>
              <a:buSzPts val="1440"/>
              <a:buChar char="◼"/>
            </a:pPr>
            <a:r>
              <a:rPr lang="iw-IL"/>
              <a:t>לתכנן ולממש מעגלים לוגיים צירופיים ורציפים, כגון מרבבים, מפענחים ויחידות אריתמטיות (חיבורים, מפחיתים, ALUs), תוך שימוש בעקרונות תכנון.</a:t>
            </a:r>
            <a:endParaRPr/>
          </a:p>
          <a:p>
            <a:pPr indent="-320040" lvl="0" marL="457200" rtl="1" algn="r">
              <a:lnSpc>
                <a:spcPct val="100000"/>
              </a:lnSpc>
              <a:spcBef>
                <a:spcPts val="0"/>
              </a:spcBef>
              <a:spcAft>
                <a:spcPts val="0"/>
              </a:spcAft>
              <a:buSzPts val="1440"/>
              <a:buChar char="◼"/>
            </a:pPr>
            <a:r>
              <a:rPr lang="iw-IL"/>
              <a:t>להשתמש באלגברה בוליאנית ומפות קרנו לפישוט משוואות והוכחות לוגיות.</a:t>
            </a:r>
            <a:endParaRPr/>
          </a:p>
        </p:txBody>
      </p:sp>
      <p:sp>
        <p:nvSpPr>
          <p:cNvPr id="334" name="Google Shape;334;p60"/>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4b90bdec2f950e3c_236"/>
          <p:cNvSpPr txBox="1"/>
          <p:nvPr>
            <p:ph type="title"/>
          </p:nvPr>
        </p:nvSpPr>
        <p:spPr>
          <a:xfrm>
            <a:off x="457200" y="155448"/>
            <a:ext cx="8229600" cy="1252800"/>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solidFill>
                  <a:srgbClr val="FFC700"/>
                </a:solidFill>
              </a:rPr>
              <a:t>מה תדעו בסוף הקורס?</a:t>
            </a:r>
            <a:endParaRPr>
              <a:solidFill>
                <a:srgbClr val="FFC700"/>
              </a:solidFill>
            </a:endParaRPr>
          </a:p>
        </p:txBody>
      </p:sp>
      <p:sp>
        <p:nvSpPr>
          <p:cNvPr id="340" name="Google Shape;340;g4b90bdec2f950e3c_236"/>
          <p:cNvSpPr txBox="1"/>
          <p:nvPr>
            <p:ph idx="1" type="body"/>
          </p:nvPr>
        </p:nvSpPr>
        <p:spPr>
          <a:xfrm>
            <a:off x="457200" y="1774825"/>
            <a:ext cx="8229600" cy="4626000"/>
          </a:xfrm>
          <a:prstGeom prst="rect">
            <a:avLst/>
          </a:prstGeom>
          <a:noFill/>
          <a:ln>
            <a:noFill/>
          </a:ln>
        </p:spPr>
        <p:txBody>
          <a:bodyPr anchorCtr="0" anchor="t" bIns="45700" lIns="54850" spcFirstLastPara="1" rIns="91425" wrap="square" tIns="91425">
            <a:noAutofit/>
          </a:bodyPr>
          <a:lstStyle/>
          <a:p>
            <a:pPr indent="-320040" lvl="0" marL="457200" rtl="1" algn="r">
              <a:lnSpc>
                <a:spcPct val="100000"/>
              </a:lnSpc>
              <a:spcBef>
                <a:spcPts val="0"/>
              </a:spcBef>
              <a:spcAft>
                <a:spcPts val="0"/>
              </a:spcAft>
              <a:buSzPts val="1440"/>
              <a:buChar char="◼"/>
            </a:pPr>
            <a:r>
              <a:rPr lang="iw-IL"/>
              <a:t>לתכנן מכונות מצב סופיות (Moore, Mealy) עם אוטומטים ולנתח תזמון, סטיית שעון וסנכרון.</a:t>
            </a:r>
            <a:endParaRPr/>
          </a:p>
          <a:p>
            <a:pPr indent="-320040" lvl="0" marL="457200" rtl="1" algn="r">
              <a:lnSpc>
                <a:spcPct val="100000"/>
              </a:lnSpc>
              <a:spcBef>
                <a:spcPts val="0"/>
              </a:spcBef>
              <a:spcAft>
                <a:spcPts val="0"/>
              </a:spcAft>
              <a:buSzPts val="1440"/>
              <a:buChar char="◼"/>
            </a:pPr>
            <a:r>
              <a:rPr lang="iw-IL"/>
              <a:t>לממש רכיבי זיכרון (תפסים, דלגלגים, מונים, משארים, RAM, ROM) ומערכי זיכרון.</a:t>
            </a:r>
            <a:endParaRPr/>
          </a:p>
          <a:p>
            <a:pPr indent="-320040" lvl="0" marL="457200" rtl="1" algn="r">
              <a:lnSpc>
                <a:spcPct val="100000"/>
              </a:lnSpc>
              <a:spcBef>
                <a:spcPts val="0"/>
              </a:spcBef>
              <a:spcAft>
                <a:spcPts val="0"/>
              </a:spcAft>
              <a:buSzPts val="1440"/>
              <a:buChar char="◼"/>
            </a:pPr>
            <a:r>
              <a:rPr lang="iw-IL"/>
              <a:t>לכתוב קוד בשפת תיאור חומרה (SystemVerilog) למעגלים ובדיקות סימולציה.</a:t>
            </a:r>
            <a:endParaRPr/>
          </a:p>
        </p:txBody>
      </p:sp>
      <p:sp>
        <p:nvSpPr>
          <p:cNvPr id="341" name="Google Shape;341;g4b90bdec2f950e3c_236"/>
          <p:cNvSpPr txBox="1"/>
          <p:nvPr>
            <p:ph idx="12" type="sldNum"/>
          </p:nvPr>
        </p:nvSpPr>
        <p:spPr>
          <a:xfrm>
            <a:off x="8204200" y="6477000"/>
            <a:ext cx="733500" cy="274500"/>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8"/>
          <p:cNvSpPr txBox="1"/>
          <p:nvPr>
            <p:ph type="ctrTitle"/>
          </p:nvPr>
        </p:nvSpPr>
        <p:spPr>
          <a:xfrm>
            <a:off x="685800" y="3355848"/>
            <a:ext cx="8077200" cy="1673352"/>
          </a:xfrm>
          <a:prstGeom prst="rect">
            <a:avLst/>
          </a:prstGeom>
          <a:noFill/>
          <a:ln>
            <a:noFill/>
          </a:ln>
        </p:spPr>
        <p:txBody>
          <a:bodyPr anchorCtr="0" anchor="t" bIns="0" lIns="91425" spcFirstLastPara="1" rIns="45700" wrap="square" tIns="0">
            <a:normAutofit/>
          </a:bodyPr>
          <a:lstStyle/>
          <a:p>
            <a:pPr indent="0" lvl="0" marL="0" rtl="1" algn="r">
              <a:lnSpc>
                <a:spcPct val="100000"/>
              </a:lnSpc>
              <a:spcBef>
                <a:spcPts val="0"/>
              </a:spcBef>
              <a:spcAft>
                <a:spcPts val="0"/>
              </a:spcAft>
              <a:buSzPts val="1400"/>
              <a:buNone/>
            </a:pPr>
            <a:r>
              <a:rPr lang="iw-IL"/>
              <a:t>איך נלמד את החומר? </a:t>
            </a:r>
            <a:endParaRPr/>
          </a:p>
        </p:txBody>
      </p:sp>
      <p:sp>
        <p:nvSpPr>
          <p:cNvPr id="347" name="Google Shape;347;p18"/>
          <p:cNvSpPr txBox="1"/>
          <p:nvPr>
            <p:ph idx="1" type="subTitle"/>
          </p:nvPr>
        </p:nvSpPr>
        <p:spPr>
          <a:xfrm>
            <a:off x="685800" y="1828800"/>
            <a:ext cx="8077200" cy="1499616"/>
          </a:xfrm>
          <a:prstGeom prst="rect">
            <a:avLst/>
          </a:prstGeom>
          <a:noFill/>
          <a:ln>
            <a:noFill/>
          </a:ln>
        </p:spPr>
        <p:txBody>
          <a:bodyPr anchorCtr="0" anchor="b" bIns="0" lIns="118850" spcFirstLastPara="1" rIns="45700" wrap="square" tIns="0">
            <a:noAutofit/>
          </a:bodyPr>
          <a:lstStyle/>
          <a:p>
            <a:pPr indent="0" lvl="0" marL="0" rtl="1" algn="r">
              <a:lnSpc>
                <a:spcPct val="100000"/>
              </a:lnSpc>
              <a:spcBef>
                <a:spcPts val="0"/>
              </a:spcBef>
              <a:spcAft>
                <a:spcPts val="0"/>
              </a:spcAft>
              <a:buSzPts val="1600"/>
              <a:buNone/>
            </a:pPr>
            <a:r>
              <a:rPr lang="iw-IL"/>
              <a:t>תכנות מערכות</a:t>
            </a:r>
            <a:endParaRPr/>
          </a:p>
        </p:txBody>
      </p:sp>
      <p:sp>
        <p:nvSpPr>
          <p:cNvPr id="348" name="Google Shape;348;p18"/>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1"/>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עקרונות הלימוד בקורס</a:t>
            </a:r>
            <a:endParaRPr/>
          </a:p>
        </p:txBody>
      </p:sp>
      <p:sp>
        <p:nvSpPr>
          <p:cNvPr id="354" name="Google Shape;354;p61"/>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320040" lvl="0" marL="457200" rtl="1" algn="r">
              <a:lnSpc>
                <a:spcPct val="100000"/>
              </a:lnSpc>
              <a:spcBef>
                <a:spcPts val="0"/>
              </a:spcBef>
              <a:spcAft>
                <a:spcPts val="0"/>
              </a:spcAft>
              <a:buSzPts val="1440"/>
              <a:buChar char="◼"/>
            </a:pPr>
            <a:r>
              <a:rPr lang="iw-IL"/>
              <a:t>מעגלי עשייה/משוב מהירים וקצרים.</a:t>
            </a:r>
            <a:endParaRPr/>
          </a:p>
          <a:p>
            <a:pPr indent="-320040" lvl="0" marL="457200" rtl="1" algn="r">
              <a:lnSpc>
                <a:spcPct val="100000"/>
              </a:lnSpc>
              <a:spcBef>
                <a:spcPts val="0"/>
              </a:spcBef>
              <a:spcAft>
                <a:spcPts val="0"/>
              </a:spcAft>
              <a:buSzPts val="1440"/>
              <a:buChar char="◼"/>
            </a:pPr>
            <a:r>
              <a:rPr lang="iw-IL"/>
              <a:t>למידה דרך עשייה.</a:t>
            </a:r>
            <a:endParaRPr/>
          </a:p>
          <a:p>
            <a:pPr indent="-320040" lvl="0" marL="457200" rtl="1" algn="r">
              <a:lnSpc>
                <a:spcPct val="100000"/>
              </a:lnSpc>
              <a:spcBef>
                <a:spcPts val="0"/>
              </a:spcBef>
              <a:spcAft>
                <a:spcPts val="0"/>
              </a:spcAft>
              <a:buSzPts val="1440"/>
              <a:buChar char="◼"/>
            </a:pPr>
            <a:r>
              <a:rPr lang="iw-IL"/>
              <a:t>העברת ידע מיטבית בזמן השיעור/תרגול.</a:t>
            </a:r>
            <a:endParaRPr/>
          </a:p>
        </p:txBody>
      </p:sp>
      <p:sp>
        <p:nvSpPr>
          <p:cNvPr id="355" name="Google Shape;355;p61"/>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2"/>
          <p:cNvSpPr txBox="1"/>
          <p:nvPr>
            <p:ph type="ctrTitle"/>
          </p:nvPr>
        </p:nvSpPr>
        <p:spPr>
          <a:xfrm>
            <a:off x="685800" y="3355848"/>
            <a:ext cx="8077200" cy="1673352"/>
          </a:xfrm>
          <a:prstGeom prst="rect">
            <a:avLst/>
          </a:prstGeom>
          <a:noFill/>
          <a:ln>
            <a:noFill/>
          </a:ln>
        </p:spPr>
        <p:txBody>
          <a:bodyPr anchorCtr="0" anchor="t" bIns="0" lIns="91425" spcFirstLastPara="1" rIns="45700" wrap="square" tIns="0">
            <a:normAutofit/>
          </a:bodyPr>
          <a:lstStyle/>
          <a:p>
            <a:pPr indent="0" lvl="0" marL="0" rtl="1" algn="r">
              <a:lnSpc>
                <a:spcPct val="100000"/>
              </a:lnSpc>
              <a:spcBef>
                <a:spcPts val="0"/>
              </a:spcBef>
              <a:spcAft>
                <a:spcPts val="0"/>
              </a:spcAft>
              <a:buSzPts val="1400"/>
              <a:buNone/>
            </a:pPr>
            <a:r>
              <a:rPr lang="iw-IL"/>
              <a:t>דרישות ונושאים פורמליים</a:t>
            </a:r>
            <a:endParaRPr/>
          </a:p>
        </p:txBody>
      </p:sp>
      <p:sp>
        <p:nvSpPr>
          <p:cNvPr id="361" name="Google Shape;361;p62"/>
          <p:cNvSpPr txBox="1"/>
          <p:nvPr>
            <p:ph idx="1" type="subTitle"/>
          </p:nvPr>
        </p:nvSpPr>
        <p:spPr>
          <a:xfrm>
            <a:off x="685800" y="1828800"/>
            <a:ext cx="8077200" cy="1499616"/>
          </a:xfrm>
          <a:prstGeom prst="rect">
            <a:avLst/>
          </a:prstGeom>
          <a:noFill/>
          <a:ln>
            <a:noFill/>
          </a:ln>
        </p:spPr>
        <p:txBody>
          <a:bodyPr anchorCtr="0" anchor="b" bIns="0" lIns="118850" spcFirstLastPara="1" rIns="45700" wrap="square" tIns="0">
            <a:noAutofit/>
          </a:bodyPr>
          <a:lstStyle/>
          <a:p>
            <a:pPr indent="0" lvl="0" marL="0" rtl="1" algn="r">
              <a:lnSpc>
                <a:spcPct val="100000"/>
              </a:lnSpc>
              <a:spcBef>
                <a:spcPts val="0"/>
              </a:spcBef>
              <a:spcAft>
                <a:spcPts val="0"/>
              </a:spcAft>
              <a:buSzPts val="1600"/>
              <a:buNone/>
            </a:pPr>
            <a:r>
              <a:rPr lang="iw-IL"/>
              <a:t>תכנות מערכות</a:t>
            </a:r>
            <a:endParaRPr/>
          </a:p>
        </p:txBody>
      </p:sp>
      <p:sp>
        <p:nvSpPr>
          <p:cNvPr id="362" name="Google Shape;362;p62"/>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3"/>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0" algn="l">
              <a:lnSpc>
                <a:spcPct val="100000"/>
              </a:lnSpc>
              <a:spcBef>
                <a:spcPts val="0"/>
              </a:spcBef>
              <a:spcAft>
                <a:spcPts val="0"/>
              </a:spcAft>
              <a:buSzPts val="1400"/>
              <a:buNone/>
            </a:pPr>
            <a:r>
              <a:rPr lang="iw-IL"/>
              <a:t>צוות הקורס תכנות מערכות</a:t>
            </a:r>
            <a:endParaRPr/>
          </a:p>
        </p:txBody>
      </p:sp>
      <p:sp>
        <p:nvSpPr>
          <p:cNvPr id="368" name="Google Shape;368;p63"/>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319088" lvl="0" marL="438150" rtl="1" algn="r">
              <a:lnSpc>
                <a:spcPct val="100000"/>
              </a:lnSpc>
              <a:spcBef>
                <a:spcPts val="0"/>
              </a:spcBef>
              <a:spcAft>
                <a:spcPts val="0"/>
              </a:spcAft>
              <a:buSzPts val="2560"/>
              <a:buChar char="◼"/>
            </a:pPr>
            <a:r>
              <a:rPr lang="iw-IL"/>
              <a:t>מרצה: ד"ר עמיר קולאמן</a:t>
            </a:r>
            <a:endParaRPr/>
          </a:p>
          <a:p>
            <a:pPr indent="-320040" lvl="0" marL="457200" rtl="1" algn="r">
              <a:lnSpc>
                <a:spcPct val="107000"/>
              </a:lnSpc>
              <a:spcBef>
                <a:spcPts val="0"/>
              </a:spcBef>
              <a:spcAft>
                <a:spcPts val="0"/>
              </a:spcAft>
              <a:buSzPts val="1440"/>
              <a:buChar char="◼"/>
            </a:pPr>
            <a:r>
              <a:rPr lang="iw-IL"/>
              <a:t>משרד:  בתיאום מראש יום לפני זום</a:t>
            </a:r>
            <a:br>
              <a:rPr lang="iw-IL"/>
            </a:br>
            <a:r>
              <a:rPr lang="iw-IL"/>
              <a:t>שעת קבלה: בתיאום מראש במייל לפחות יום לפני</a:t>
            </a:r>
            <a:endParaRPr/>
          </a:p>
          <a:p>
            <a:pPr indent="-320040" lvl="0" marL="457200" rtl="1" algn="r">
              <a:lnSpc>
                <a:spcPct val="107000"/>
              </a:lnSpc>
              <a:spcBef>
                <a:spcPts val="800"/>
              </a:spcBef>
              <a:spcAft>
                <a:spcPts val="0"/>
              </a:spcAft>
              <a:buSzPts val="1440"/>
              <a:buChar char="◼"/>
            </a:pPr>
            <a:r>
              <a:rPr lang="iw-IL"/>
              <a:t> פרטי התקשרות:</a:t>
            </a:r>
            <a:r>
              <a:rPr lang="iw-IL" u="sng">
                <a:solidFill>
                  <a:schemeClr val="hlink"/>
                </a:solidFill>
                <a:hlinkClick r:id="rId3"/>
              </a:rPr>
              <a:t>kolaman@mail.sapir.ac.il</a:t>
            </a:r>
            <a:endParaRPr/>
          </a:p>
          <a:p>
            <a:pPr indent="-156528" lvl="0" marL="438150" rtl="1" algn="r">
              <a:lnSpc>
                <a:spcPct val="100000"/>
              </a:lnSpc>
              <a:spcBef>
                <a:spcPts val="800"/>
              </a:spcBef>
              <a:spcAft>
                <a:spcPts val="0"/>
              </a:spcAft>
              <a:buSzPts val="2560"/>
              <a:buNone/>
            </a:pPr>
            <a:r>
              <a:t/>
            </a:r>
            <a:endParaRPr/>
          </a:p>
          <a:p>
            <a:pPr indent="-113030" lvl="1" marL="730250" rtl="1" algn="r">
              <a:lnSpc>
                <a:spcPct val="100000"/>
              </a:lnSpc>
              <a:spcBef>
                <a:spcPts val="560"/>
              </a:spcBef>
              <a:spcAft>
                <a:spcPts val="0"/>
              </a:spcAft>
              <a:buSzPts val="2520"/>
              <a:buNone/>
            </a:pPr>
            <a:r>
              <a:t/>
            </a:r>
            <a:endParaRPr/>
          </a:p>
        </p:txBody>
      </p:sp>
      <p:sp>
        <p:nvSpPr>
          <p:cNvPr id="369" name="Google Shape;369;p63"/>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0"/>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0" algn="l">
              <a:lnSpc>
                <a:spcPct val="100000"/>
              </a:lnSpc>
              <a:spcBef>
                <a:spcPts val="0"/>
              </a:spcBef>
              <a:spcAft>
                <a:spcPts val="0"/>
              </a:spcAft>
              <a:buSzPts val="1400"/>
              <a:buNone/>
            </a:pPr>
            <a:r>
              <a:rPr lang="iw-IL">
                <a:latin typeface="David"/>
                <a:ea typeface="David"/>
                <a:cs typeface="David"/>
                <a:sym typeface="David"/>
              </a:rPr>
              <a:t>דרישות פורמליות</a:t>
            </a:r>
            <a:endParaRPr/>
          </a:p>
        </p:txBody>
      </p:sp>
      <p:sp>
        <p:nvSpPr>
          <p:cNvPr id="375" name="Google Shape;375;p20"/>
          <p:cNvSpPr txBox="1"/>
          <p:nvPr>
            <p:ph idx="1" type="body"/>
          </p:nvPr>
        </p:nvSpPr>
        <p:spPr>
          <a:xfrm>
            <a:off x="457200" y="1371254"/>
            <a:ext cx="8686800" cy="4625975"/>
          </a:xfrm>
          <a:prstGeom prst="rect">
            <a:avLst/>
          </a:prstGeom>
          <a:noFill/>
          <a:ln>
            <a:noFill/>
          </a:ln>
        </p:spPr>
        <p:txBody>
          <a:bodyPr anchorCtr="0" anchor="t" bIns="45700" lIns="54850" spcFirstLastPara="1" rIns="91425" wrap="square" tIns="91425">
            <a:noAutofit/>
          </a:bodyPr>
          <a:lstStyle/>
          <a:p>
            <a:pPr indent="-319088" lvl="0" marL="438150" rtl="1" algn="r">
              <a:lnSpc>
                <a:spcPct val="100000"/>
              </a:lnSpc>
              <a:spcBef>
                <a:spcPts val="0"/>
              </a:spcBef>
              <a:spcAft>
                <a:spcPts val="0"/>
              </a:spcAft>
              <a:buSzPts val="2560"/>
              <a:buChar char="◼"/>
            </a:pPr>
            <a:r>
              <a:rPr lang="iw-IL">
                <a:latin typeface="David"/>
                <a:ea typeface="David"/>
                <a:cs typeface="David"/>
                <a:sym typeface="David"/>
              </a:rPr>
              <a:t>הכנה לפני כל הרצאה – </a:t>
            </a:r>
            <a:endParaRPr/>
          </a:p>
          <a:p>
            <a:pPr indent="-273050" lvl="1" marL="730250" rtl="1" algn="r">
              <a:lnSpc>
                <a:spcPct val="100000"/>
              </a:lnSpc>
              <a:spcBef>
                <a:spcPts val="560"/>
              </a:spcBef>
              <a:spcAft>
                <a:spcPts val="0"/>
              </a:spcAft>
              <a:buSzPts val="2520"/>
              <a:buChar char="▪"/>
            </a:pPr>
            <a:r>
              <a:rPr lang="iw-IL">
                <a:latin typeface="David"/>
                <a:ea typeface="David"/>
                <a:cs typeface="David"/>
                <a:sym typeface="David"/>
              </a:rPr>
              <a:t>צפייה בהרצאה המוקלטת</a:t>
            </a:r>
            <a:endParaRPr>
              <a:latin typeface="David"/>
              <a:ea typeface="David"/>
              <a:cs typeface="David"/>
              <a:sym typeface="David"/>
            </a:endParaRPr>
          </a:p>
          <a:p>
            <a:pPr indent="-273050" lvl="1" marL="730250" rtl="1" algn="r">
              <a:lnSpc>
                <a:spcPct val="100000"/>
              </a:lnSpc>
              <a:spcBef>
                <a:spcPts val="560"/>
              </a:spcBef>
              <a:spcAft>
                <a:spcPts val="0"/>
              </a:spcAft>
              <a:buSzPts val="2520"/>
              <a:buChar char="▪"/>
            </a:pPr>
            <a:r>
              <a:rPr lang="iw-IL">
                <a:latin typeface="David"/>
                <a:ea typeface="David"/>
                <a:cs typeface="David"/>
                <a:sym typeface="David"/>
              </a:rPr>
              <a:t>מענה על שאלות הכנה</a:t>
            </a:r>
            <a:endParaRPr>
              <a:latin typeface="David"/>
              <a:ea typeface="David"/>
              <a:cs typeface="David"/>
              <a:sym typeface="David"/>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בכל הרצאה</a:t>
            </a:r>
            <a:endParaRPr>
              <a:latin typeface="David"/>
              <a:ea typeface="David"/>
              <a:cs typeface="David"/>
              <a:sym typeface="David"/>
            </a:endParaRPr>
          </a:p>
          <a:p>
            <a:pPr indent="-273050" lvl="1" marL="730250" rtl="1" algn="r">
              <a:lnSpc>
                <a:spcPct val="100000"/>
              </a:lnSpc>
              <a:spcBef>
                <a:spcPts val="560"/>
              </a:spcBef>
              <a:spcAft>
                <a:spcPts val="0"/>
              </a:spcAft>
              <a:buSzPts val="2520"/>
              <a:buChar char="▪"/>
            </a:pPr>
            <a:r>
              <a:rPr lang="iw-IL">
                <a:latin typeface="David"/>
                <a:ea typeface="David"/>
                <a:cs typeface="David"/>
                <a:sym typeface="David"/>
              </a:rPr>
              <a:t>שאלות חזרה על החומר (בוחן כניסה)</a:t>
            </a:r>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תרגילי בית להגשה-</a:t>
            </a:r>
            <a:endParaRPr/>
          </a:p>
          <a:p>
            <a:pPr indent="-273050" lvl="1" marL="730250" rtl="1" algn="r">
              <a:lnSpc>
                <a:spcPct val="100000"/>
              </a:lnSpc>
              <a:spcBef>
                <a:spcPts val="560"/>
              </a:spcBef>
              <a:spcAft>
                <a:spcPts val="0"/>
              </a:spcAft>
              <a:buSzPts val="2520"/>
              <a:buChar char="▪"/>
            </a:pPr>
            <a:r>
              <a:rPr lang="iw-IL">
                <a:latin typeface="David"/>
                <a:ea typeface="David"/>
                <a:cs typeface="David"/>
                <a:sym typeface="David"/>
              </a:rPr>
              <a:t>תרגיל מעשי על מחשב.</a:t>
            </a:r>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בחינה </a:t>
            </a:r>
            <a:endParaRPr/>
          </a:p>
          <a:p>
            <a:pPr indent="-273050" lvl="1" marL="730250" rtl="1" algn="r">
              <a:lnSpc>
                <a:spcPct val="100000"/>
              </a:lnSpc>
              <a:spcBef>
                <a:spcPts val="560"/>
              </a:spcBef>
              <a:spcAft>
                <a:spcPts val="0"/>
              </a:spcAft>
              <a:buSzPts val="2520"/>
              <a:buChar char="▪"/>
            </a:pPr>
            <a:r>
              <a:rPr lang="iw-IL">
                <a:latin typeface="David"/>
                <a:ea typeface="David"/>
                <a:cs typeface="David"/>
                <a:sym typeface="David"/>
              </a:rPr>
              <a:t>ציון סופי משוקלל של 56  וציון מינימאלי של 56  בבוחן הסופית, נדרשים על מנת לעבור את הקורס. </a:t>
            </a:r>
            <a:endParaRPr/>
          </a:p>
        </p:txBody>
      </p:sp>
      <p:sp>
        <p:nvSpPr>
          <p:cNvPr id="376" name="Google Shape;376;p20"/>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4"/>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0" algn="l">
              <a:lnSpc>
                <a:spcPct val="100000"/>
              </a:lnSpc>
              <a:spcBef>
                <a:spcPts val="0"/>
              </a:spcBef>
              <a:spcAft>
                <a:spcPts val="0"/>
              </a:spcAft>
              <a:buSzPts val="1400"/>
              <a:buNone/>
            </a:pPr>
            <a:r>
              <a:rPr lang="iw-IL"/>
              <a:t>קורס תכנות מערכות</a:t>
            </a:r>
            <a:endParaRPr/>
          </a:p>
        </p:txBody>
      </p:sp>
      <p:sp>
        <p:nvSpPr>
          <p:cNvPr id="382" name="Google Shape;382;p64"/>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319088" lvl="0" marL="438150" rtl="1" algn="r">
              <a:lnSpc>
                <a:spcPct val="100000"/>
              </a:lnSpc>
              <a:spcBef>
                <a:spcPts val="0"/>
              </a:spcBef>
              <a:spcAft>
                <a:spcPts val="0"/>
              </a:spcAft>
              <a:buSzPts val="2560"/>
              <a:buChar char="◼"/>
            </a:pPr>
            <a:r>
              <a:rPr lang="iw-IL"/>
              <a:t>אתר הקורס במודל</a:t>
            </a:r>
            <a:endParaRPr/>
          </a:p>
          <a:p>
            <a:pPr indent="-273050" lvl="1" marL="730250" rtl="1" algn="r">
              <a:lnSpc>
                <a:spcPct val="100000"/>
              </a:lnSpc>
              <a:spcBef>
                <a:spcPts val="560"/>
              </a:spcBef>
              <a:spcAft>
                <a:spcPts val="0"/>
              </a:spcAft>
              <a:buSzPts val="2520"/>
              <a:buChar char="▪"/>
            </a:pPr>
            <a:r>
              <a:rPr lang="iw-IL" u="sng">
                <a:solidFill>
                  <a:schemeClr val="hlink"/>
                </a:solidFill>
                <a:hlinkClick r:id="rId3"/>
              </a:rPr>
              <a:t>https://moodle.sapir.ac.il/2025/</a:t>
            </a:r>
            <a:endParaRPr/>
          </a:p>
          <a:p>
            <a:pPr indent="-273050" lvl="0" marL="273050" rtl="1" algn="r">
              <a:lnSpc>
                <a:spcPct val="100000"/>
              </a:lnSpc>
              <a:spcBef>
                <a:spcPts val="560"/>
              </a:spcBef>
              <a:spcAft>
                <a:spcPts val="0"/>
              </a:spcAft>
              <a:buSzPts val="2520"/>
              <a:buChar char="▪"/>
            </a:pPr>
            <a:r>
              <a:rPr lang="iw-IL"/>
              <a:t>מה באתר:</a:t>
            </a:r>
            <a:endParaRPr/>
          </a:p>
          <a:p>
            <a:pPr indent="-273050" lvl="0" marL="273050" rtl="1" algn="r">
              <a:lnSpc>
                <a:spcPct val="100000"/>
              </a:lnSpc>
              <a:spcBef>
                <a:spcPts val="560"/>
              </a:spcBef>
              <a:spcAft>
                <a:spcPts val="0"/>
              </a:spcAft>
              <a:buSzPts val="2520"/>
              <a:buChar char="▪"/>
            </a:pPr>
            <a:r>
              <a:rPr lang="iw-IL"/>
              <a:t>1. עבודות הכנה לפני מפגש פרונטלי.</a:t>
            </a:r>
            <a:endParaRPr/>
          </a:p>
          <a:p>
            <a:pPr indent="-273050" lvl="0" marL="273050" rtl="1" algn="r">
              <a:lnSpc>
                <a:spcPct val="100000"/>
              </a:lnSpc>
              <a:spcBef>
                <a:spcPts val="560"/>
              </a:spcBef>
              <a:spcAft>
                <a:spcPts val="0"/>
              </a:spcAft>
              <a:buSzPts val="2520"/>
              <a:buChar char="▪"/>
            </a:pPr>
            <a:r>
              <a:rPr lang="iw-IL"/>
              <a:t>2. בוחן כניסה למפגש פרונטלי.</a:t>
            </a:r>
            <a:endParaRPr/>
          </a:p>
          <a:p>
            <a:pPr indent="-273050" lvl="0" marL="273050" rtl="1" algn="r">
              <a:lnSpc>
                <a:spcPct val="100000"/>
              </a:lnSpc>
              <a:spcBef>
                <a:spcPts val="560"/>
              </a:spcBef>
              <a:spcAft>
                <a:spcPts val="0"/>
              </a:spcAft>
              <a:buSzPts val="2520"/>
              <a:buChar char="▪"/>
            </a:pPr>
            <a:r>
              <a:rPr lang="iw-IL"/>
              <a:t>3. קישורים לסרטוני הדרכה לפני המפגש הפרונטלי.</a:t>
            </a:r>
            <a:endParaRPr/>
          </a:p>
          <a:p>
            <a:pPr indent="-113030" lvl="0" marL="273050" rtl="1" algn="r">
              <a:lnSpc>
                <a:spcPct val="100000"/>
              </a:lnSpc>
              <a:spcBef>
                <a:spcPts val="560"/>
              </a:spcBef>
              <a:spcAft>
                <a:spcPts val="0"/>
              </a:spcAft>
              <a:buSzPts val="2520"/>
              <a:buNone/>
            </a:pPr>
            <a:r>
              <a:t/>
            </a:r>
            <a:endParaRPr/>
          </a:p>
        </p:txBody>
      </p:sp>
      <p:sp>
        <p:nvSpPr>
          <p:cNvPr id="383" name="Google Shape;383;p64"/>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1"/>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latin typeface="David"/>
                <a:ea typeface="David"/>
                <a:cs typeface="David"/>
                <a:sym typeface="David"/>
              </a:rPr>
              <a:t>דרישות פורמליות</a:t>
            </a:r>
            <a:endParaRPr/>
          </a:p>
        </p:txBody>
      </p:sp>
      <p:sp>
        <p:nvSpPr>
          <p:cNvPr id="389" name="Google Shape;389;p21"/>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319088" lvl="0" marL="438150" rtl="1" algn="r">
              <a:lnSpc>
                <a:spcPct val="100000"/>
              </a:lnSpc>
              <a:spcBef>
                <a:spcPts val="0"/>
              </a:spcBef>
              <a:spcAft>
                <a:spcPts val="0"/>
              </a:spcAft>
              <a:buSzPts val="2560"/>
              <a:buChar char="◼"/>
            </a:pPr>
            <a:r>
              <a:rPr lang="iw-IL">
                <a:latin typeface="David"/>
                <a:ea typeface="David"/>
                <a:cs typeface="David"/>
                <a:sym typeface="David"/>
              </a:rPr>
              <a:t>בתחילת כל שיעור יתקיים בוחן אינטרנטי קצר על חומר השיעור הקודם</a:t>
            </a:r>
            <a:endParaRPr>
              <a:latin typeface="David"/>
              <a:ea typeface="David"/>
              <a:cs typeface="David"/>
              <a:sym typeface="David"/>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איחור לכיתה – לאחר זמן סיום הבוחן – 0 בבוחן ובעבודת ההכנה.</a:t>
            </a:r>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איחור בהגשת מטלת בית – ללא סיבה מוצדקת 0 </a:t>
            </a:r>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סיבה מוצדקת - </a:t>
            </a:r>
            <a:r>
              <a:rPr b="0" i="0" lang="iw-IL" u="none" strike="noStrike">
                <a:solidFill>
                  <a:srgbClr val="000000"/>
                </a:solidFill>
                <a:latin typeface="Arial"/>
                <a:ea typeface="Arial"/>
                <a:cs typeface="Arial"/>
                <a:sym typeface="Arial"/>
              </a:rPr>
              <a:t>בקשות להצדקה של חיסור/אי הגשה של מטלה דרך טופס באתר הקורס</a:t>
            </a:r>
            <a:r>
              <a:rPr b="0" i="0" lang="iw-IL" sz="1800" u="none" strike="noStrike">
                <a:solidFill>
                  <a:srgbClr val="000000"/>
                </a:solidFill>
                <a:latin typeface="Arial"/>
                <a:ea typeface="Arial"/>
                <a:cs typeface="Arial"/>
                <a:sym typeface="Arial"/>
              </a:rPr>
              <a:t> </a:t>
            </a:r>
            <a:endParaRPr/>
          </a:p>
          <a:p>
            <a:pPr indent="-319088" lvl="0" marL="438150" rtl="1" algn="r">
              <a:lnSpc>
                <a:spcPct val="100000"/>
              </a:lnSpc>
              <a:spcBef>
                <a:spcPts val="0"/>
              </a:spcBef>
              <a:spcAft>
                <a:spcPts val="0"/>
              </a:spcAft>
              <a:buSzPts val="2560"/>
              <a:buChar char="◼"/>
            </a:pPr>
            <a:r>
              <a:rPr lang="iw-IL">
                <a:latin typeface="David"/>
                <a:ea typeface="David"/>
                <a:cs typeface="David"/>
                <a:sym typeface="David"/>
              </a:rPr>
              <a:t> </a:t>
            </a:r>
            <a:endParaRPr/>
          </a:p>
          <a:p>
            <a:pPr indent="-156528" lvl="0" marL="438150" rtl="1" algn="r">
              <a:lnSpc>
                <a:spcPct val="100000"/>
              </a:lnSpc>
              <a:spcBef>
                <a:spcPts val="0"/>
              </a:spcBef>
              <a:spcAft>
                <a:spcPts val="0"/>
              </a:spcAft>
              <a:buSzPts val="2560"/>
              <a:buNone/>
            </a:pPr>
            <a:r>
              <a:t/>
            </a:r>
            <a:endParaRPr/>
          </a:p>
        </p:txBody>
      </p:sp>
      <p:sp>
        <p:nvSpPr>
          <p:cNvPr id="390" name="Google Shape;390;p21"/>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2"/>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rmAutofit/>
          </a:bodyPr>
          <a:lstStyle/>
          <a:p>
            <a:pPr indent="0" lvl="0" marL="0" rtl="0" algn="l">
              <a:lnSpc>
                <a:spcPct val="100000"/>
              </a:lnSpc>
              <a:spcBef>
                <a:spcPts val="0"/>
              </a:spcBef>
              <a:spcAft>
                <a:spcPts val="0"/>
              </a:spcAft>
              <a:buSzPts val="1400"/>
              <a:buNone/>
            </a:pPr>
            <a:r>
              <a:rPr lang="iw-IL"/>
              <a:t>דרישות הקורס</a:t>
            </a:r>
            <a:endParaRPr/>
          </a:p>
        </p:txBody>
      </p:sp>
      <p:sp>
        <p:nvSpPr>
          <p:cNvPr id="396" name="Google Shape;396;p22"/>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319088" lvl="0" marL="438150" rtl="1" algn="r">
              <a:lnSpc>
                <a:spcPct val="100000"/>
              </a:lnSpc>
              <a:spcBef>
                <a:spcPts val="0"/>
              </a:spcBef>
              <a:spcAft>
                <a:spcPts val="0"/>
              </a:spcAft>
              <a:buSzPts val="2560"/>
              <a:buChar char="◼"/>
            </a:pPr>
            <a:r>
              <a:rPr lang="iw-IL"/>
              <a:t>עבור כל אחת מיחידות הקורס 10 יחידות</a:t>
            </a:r>
            <a:endParaRPr/>
          </a:p>
          <a:p>
            <a:pPr indent="-273050" lvl="1" marL="730250" rtl="1" algn="r">
              <a:lnSpc>
                <a:spcPct val="100000"/>
              </a:lnSpc>
              <a:spcBef>
                <a:spcPts val="560"/>
              </a:spcBef>
              <a:spcAft>
                <a:spcPts val="0"/>
              </a:spcAft>
              <a:buSzPts val="2520"/>
              <a:buChar char="▪"/>
            </a:pPr>
            <a:r>
              <a:rPr lang="iw-IL"/>
              <a:t>עבודות בית ביחידים 	           </a:t>
            </a:r>
            <a:endParaRPr/>
          </a:p>
          <a:p>
            <a:pPr indent="-273050" lvl="1" marL="730250" rtl="1" algn="r">
              <a:lnSpc>
                <a:spcPct val="100000"/>
              </a:lnSpc>
              <a:spcBef>
                <a:spcPts val="560"/>
              </a:spcBef>
              <a:spcAft>
                <a:spcPts val="0"/>
              </a:spcAft>
              <a:buSzPts val="2520"/>
              <a:buChar char="▪"/>
            </a:pPr>
            <a:r>
              <a:rPr lang="iw-IL"/>
              <a:t>השתתפות במשוב</a:t>
            </a:r>
            <a:endParaRPr/>
          </a:p>
          <a:p>
            <a:pPr indent="-273050" lvl="1" marL="730250" rtl="1" algn="r">
              <a:lnSpc>
                <a:spcPct val="100000"/>
              </a:lnSpc>
              <a:spcBef>
                <a:spcPts val="560"/>
              </a:spcBef>
              <a:spcAft>
                <a:spcPts val="0"/>
              </a:spcAft>
              <a:buSzPts val="2520"/>
              <a:buChar char="▪"/>
            </a:pPr>
            <a:r>
              <a:rPr lang="iw-IL"/>
              <a:t>מטלות הכנה</a:t>
            </a:r>
            <a:endParaRPr/>
          </a:p>
          <a:p>
            <a:pPr indent="-273050" lvl="1" marL="730250" rtl="1" algn="r">
              <a:lnSpc>
                <a:spcPct val="100000"/>
              </a:lnSpc>
              <a:spcBef>
                <a:spcPts val="560"/>
              </a:spcBef>
              <a:spcAft>
                <a:spcPts val="0"/>
              </a:spcAft>
              <a:buSzPts val="2520"/>
              <a:buChar char="▪"/>
            </a:pPr>
            <a:r>
              <a:rPr lang="iw-IL"/>
              <a:t>בוחן כניסה	 </a:t>
            </a:r>
            <a:endParaRPr/>
          </a:p>
          <a:p>
            <a:pPr indent="-319088" lvl="0" marL="438150" rtl="1" algn="r">
              <a:lnSpc>
                <a:spcPct val="100000"/>
              </a:lnSpc>
              <a:spcBef>
                <a:spcPts val="0"/>
              </a:spcBef>
              <a:spcAft>
                <a:spcPts val="0"/>
              </a:spcAft>
              <a:buSzPts val="2560"/>
              <a:buChar char="◼"/>
            </a:pPr>
            <a:r>
              <a:rPr lang="iw-IL"/>
              <a:t>בוחן מסכם    	      			      	</a:t>
            </a:r>
            <a:endParaRPr/>
          </a:p>
          <a:p>
            <a:pPr indent="0" lvl="0" marL="119062" rtl="1" algn="r">
              <a:lnSpc>
                <a:spcPct val="100000"/>
              </a:lnSpc>
              <a:spcBef>
                <a:spcPts val="0"/>
              </a:spcBef>
              <a:spcAft>
                <a:spcPts val="0"/>
              </a:spcAft>
              <a:buSzPts val="2560"/>
              <a:buNone/>
            </a:pPr>
            <a:r>
              <a:t/>
            </a:r>
            <a:endParaRPr/>
          </a:p>
        </p:txBody>
      </p:sp>
      <p:sp>
        <p:nvSpPr>
          <p:cNvPr id="397" name="Google Shape;397;p22"/>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3"/>
          <p:cNvSpPr txBox="1"/>
          <p:nvPr>
            <p:ph type="title"/>
          </p:nvPr>
        </p:nvSpPr>
        <p:spPr>
          <a:xfrm>
            <a:off x="-491490" y="-336042"/>
            <a:ext cx="8229600" cy="1252728"/>
          </a:xfrm>
          <a:prstGeom prst="rect">
            <a:avLst/>
          </a:prstGeom>
          <a:noFill/>
          <a:ln>
            <a:noFill/>
          </a:ln>
        </p:spPr>
        <p:txBody>
          <a:bodyPr anchorCtr="0" anchor="ctr" bIns="45700" lIns="91425" spcFirstLastPara="1" rIns="45700" wrap="square" tIns="45700">
            <a:normAutofit/>
          </a:bodyPr>
          <a:lstStyle/>
          <a:p>
            <a:pPr indent="0" lvl="0" marL="0" rtl="1" algn="r">
              <a:lnSpc>
                <a:spcPct val="100000"/>
              </a:lnSpc>
              <a:spcBef>
                <a:spcPts val="0"/>
              </a:spcBef>
              <a:spcAft>
                <a:spcPts val="0"/>
              </a:spcAft>
              <a:buSzPts val="1400"/>
              <a:buNone/>
            </a:pPr>
            <a:r>
              <a:rPr lang="iw-IL"/>
              <a:t>מבנה הציון</a:t>
            </a:r>
            <a:endParaRPr/>
          </a:p>
        </p:txBody>
      </p:sp>
      <p:sp>
        <p:nvSpPr>
          <p:cNvPr id="403" name="Google Shape;403;p23"/>
          <p:cNvSpPr txBox="1"/>
          <p:nvPr>
            <p:ph idx="12" type="sldNum"/>
          </p:nvPr>
        </p:nvSpPr>
        <p:spPr>
          <a:xfrm>
            <a:off x="8204200" y="6477000"/>
            <a:ext cx="733425" cy="274638"/>
          </a:xfrm>
          <a:prstGeom prst="rect">
            <a:avLst/>
          </a:prstGeom>
          <a:noFill/>
          <a:ln>
            <a:noFill/>
          </a:ln>
        </p:spPr>
        <p:txBody>
          <a:bodyPr anchorCtr="0" anchor="b" bIns="0" lIns="91425" spcFirstLastPara="1" rIns="91425" wrap="square" tIns="45700">
            <a:noAutofit/>
          </a:bodyPr>
          <a:lstStyle/>
          <a:p>
            <a:pPr indent="0" lvl="0" marL="0" rtl="1" algn="r">
              <a:lnSpc>
                <a:spcPct val="100000"/>
              </a:lnSpc>
              <a:spcBef>
                <a:spcPts val="0"/>
              </a:spcBef>
              <a:spcAft>
                <a:spcPts val="0"/>
              </a:spcAft>
              <a:buSzPts val="1200"/>
              <a:buNone/>
            </a:pPr>
            <a:fld id="{00000000-1234-1234-1234-123412341234}" type="slidenum">
              <a:rPr lang="iw-IL"/>
              <a:t>‹#›</a:t>
            </a:fld>
            <a:endParaRPr/>
          </a:p>
        </p:txBody>
      </p:sp>
      <p:sp>
        <p:nvSpPr>
          <p:cNvPr id="404" name="Google Shape;404;p23"/>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p>
            <a:pPr indent="-228600" lvl="0" marL="457200" rtl="0" algn="l">
              <a:lnSpc>
                <a:spcPct val="100000"/>
              </a:lnSpc>
              <a:spcBef>
                <a:spcPts val="0"/>
              </a:spcBef>
              <a:spcAft>
                <a:spcPts val="0"/>
              </a:spcAft>
              <a:buSzPts val="1440"/>
              <a:buNone/>
            </a:pPr>
            <a:r>
              <a:t/>
            </a:r>
            <a:endParaRPr/>
          </a:p>
        </p:txBody>
      </p:sp>
      <p:graphicFrame>
        <p:nvGraphicFramePr>
          <p:cNvPr id="405" name="Google Shape;405;p23"/>
          <p:cNvGraphicFramePr/>
          <p:nvPr/>
        </p:nvGraphicFramePr>
        <p:xfrm>
          <a:off x="206375" y="682010"/>
          <a:ext cx="3000000" cy="3000000"/>
        </p:xfrm>
        <a:graphic>
          <a:graphicData uri="http://schemas.openxmlformats.org/drawingml/2006/table">
            <a:tbl>
              <a:tblPr bandRow="1">
                <a:noFill/>
                <a:tableStyleId>{B8C3AE85-FB49-4CD0-B045-2F34A34AC5DA}</a:tableStyleId>
              </a:tblPr>
              <a:tblGrid>
                <a:gridCol w="887150"/>
                <a:gridCol w="4404925"/>
                <a:gridCol w="2249250"/>
                <a:gridCol w="1099100"/>
              </a:tblGrid>
              <a:tr h="756875">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מטלה</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משימת עבודה</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מועד הגשה</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 מהציון הסופי</a:t>
                      </a:r>
                      <a:endParaRPr sz="2400" u="none" cap="none" strike="noStrike">
                        <a:latin typeface="Calibri"/>
                        <a:ea typeface="Calibri"/>
                        <a:cs typeface="Calibri"/>
                        <a:sym typeface="Calibri"/>
                      </a:endParaRPr>
                    </a:p>
                  </a:txBody>
                  <a:tcPr marT="47625" marB="47625" marR="47625" marL="47625" anchor="ctr"/>
                </a:tc>
              </a:tr>
              <a:tr h="756875">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1</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מטלות הכנה בבית (10%) + בחני כניסה בתחילת המעבדה (20%)    </a:t>
                      </a:r>
                      <a:endParaRPr sz="2400" u="none" cap="none" strike="noStrike"/>
                    </a:p>
                    <a:p>
                      <a:pPr indent="0" lvl="0" marL="0" marR="0" rtl="1" algn="ctr">
                        <a:lnSpc>
                          <a:spcPct val="107000"/>
                        </a:lnSpc>
                        <a:spcBef>
                          <a:spcPts val="0"/>
                        </a:spcBef>
                        <a:spcAft>
                          <a:spcPts val="0"/>
                        </a:spcAft>
                        <a:buClr>
                          <a:srgbClr val="000000"/>
                        </a:buClr>
                        <a:buSzPts val="2400"/>
                        <a:buFont typeface="Arial"/>
                        <a:buNone/>
                      </a:pPr>
                      <a:r>
                        <a:rPr lang="iw-IL" sz="2400" u="none" cap="none" strike="noStrike"/>
                        <a:t>(ללא הגשה של כל אחד מהם הציון הוא 0) </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r">
                        <a:lnSpc>
                          <a:spcPct val="107000"/>
                        </a:lnSpc>
                        <a:spcBef>
                          <a:spcPts val="0"/>
                        </a:spcBef>
                        <a:spcAft>
                          <a:spcPts val="0"/>
                        </a:spcAft>
                        <a:buClr>
                          <a:srgbClr val="000000"/>
                        </a:buClr>
                        <a:buSzPts val="2400"/>
                        <a:buFont typeface="Arial"/>
                        <a:buNone/>
                      </a:pPr>
                      <a:r>
                        <a:rPr lang="iw-IL" sz="2400" u="none" cap="none" strike="noStrike"/>
                        <a:t>10 מפגשים </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30</a:t>
                      </a:r>
                      <a:endParaRPr sz="2400" u="none" cap="none" strike="noStrike">
                        <a:latin typeface="Calibri"/>
                        <a:ea typeface="Calibri"/>
                        <a:cs typeface="Calibri"/>
                        <a:sym typeface="Calibri"/>
                      </a:endParaRPr>
                    </a:p>
                  </a:txBody>
                  <a:tcPr marT="47625" marB="47625" marR="47625" marL="47625" anchor="ctr"/>
                </a:tc>
              </a:tr>
              <a:tr h="756875">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2</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השתתפות במשוב עמיתים/משוב למרצה </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r">
                        <a:lnSpc>
                          <a:spcPct val="107000"/>
                        </a:lnSpc>
                        <a:spcBef>
                          <a:spcPts val="0"/>
                        </a:spcBef>
                        <a:spcAft>
                          <a:spcPts val="0"/>
                        </a:spcAft>
                        <a:buClr>
                          <a:srgbClr val="000000"/>
                        </a:buClr>
                        <a:buSzPts val="2400"/>
                        <a:buFont typeface="Arial"/>
                        <a:buNone/>
                      </a:pPr>
                      <a:r>
                        <a:rPr lang="iw-IL" sz="2400" u="none" cap="none" strike="noStrike"/>
                        <a:t>10 מפגשים </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1</a:t>
                      </a:r>
                      <a:endParaRPr sz="2400" u="none" cap="none" strike="noStrike">
                        <a:latin typeface="Calibri"/>
                        <a:ea typeface="Calibri"/>
                        <a:cs typeface="Calibri"/>
                        <a:sym typeface="Calibri"/>
                      </a:endParaRPr>
                    </a:p>
                  </a:txBody>
                  <a:tcPr marT="47625" marB="47625" marR="47625" marL="47625" anchor="ctr"/>
                </a:tc>
              </a:tr>
              <a:tr h="1670275">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3</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בוחן מסכם</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r">
                        <a:lnSpc>
                          <a:spcPct val="107000"/>
                        </a:lnSpc>
                        <a:spcBef>
                          <a:spcPts val="0"/>
                        </a:spcBef>
                        <a:spcAft>
                          <a:spcPts val="0"/>
                        </a:spcAft>
                        <a:buClr>
                          <a:srgbClr val="000000"/>
                        </a:buClr>
                        <a:buSzPts val="2400"/>
                        <a:buFont typeface="Arial"/>
                        <a:buNone/>
                      </a:pPr>
                      <a:r>
                        <a:rPr lang="iw-IL" sz="2400" u="none" cap="none" strike="noStrike"/>
                        <a:t>מפגש האחרון של  הסמסטר 19/1/25</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29</a:t>
                      </a:r>
                      <a:endParaRPr sz="2400" u="none" cap="none" strike="noStrike">
                        <a:latin typeface="Calibri"/>
                        <a:ea typeface="Calibri"/>
                        <a:cs typeface="Calibri"/>
                        <a:sym typeface="Calibri"/>
                      </a:endParaRPr>
                    </a:p>
                  </a:txBody>
                  <a:tcPr marT="47625" marB="47625" marR="47625" marL="47625" anchor="ctr"/>
                </a:tc>
              </a:tr>
              <a:tr h="756875">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4</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פרויקט </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r">
                        <a:lnSpc>
                          <a:spcPct val="107000"/>
                        </a:lnSpc>
                        <a:spcBef>
                          <a:spcPts val="0"/>
                        </a:spcBef>
                        <a:spcAft>
                          <a:spcPts val="0"/>
                        </a:spcAft>
                        <a:buClr>
                          <a:srgbClr val="000000"/>
                        </a:buClr>
                        <a:buSzPts val="2400"/>
                        <a:buFont typeface="Arial"/>
                        <a:buNone/>
                      </a:pPr>
                      <a:r>
                        <a:rPr lang="iw-IL" sz="2400" u="none" cap="none" strike="noStrike"/>
                        <a:t>10 מפגשים</a:t>
                      </a:r>
                      <a:endParaRPr sz="2400" u="none" cap="none" strike="noStrike">
                        <a:latin typeface="Calibri"/>
                        <a:ea typeface="Calibri"/>
                        <a:cs typeface="Calibri"/>
                        <a:sym typeface="Calibri"/>
                      </a:endParaRPr>
                    </a:p>
                  </a:txBody>
                  <a:tcPr marT="47625" marB="47625" marR="47625" marL="47625" anchor="ctr"/>
                </a:tc>
                <a:tc>
                  <a:txBody>
                    <a:bodyPr/>
                    <a:lstStyle/>
                    <a:p>
                      <a:pPr indent="0" lvl="0" marL="0" marR="0" rtl="1" algn="ctr">
                        <a:lnSpc>
                          <a:spcPct val="107000"/>
                        </a:lnSpc>
                        <a:spcBef>
                          <a:spcPts val="0"/>
                        </a:spcBef>
                        <a:spcAft>
                          <a:spcPts val="0"/>
                        </a:spcAft>
                        <a:buClr>
                          <a:srgbClr val="000000"/>
                        </a:buClr>
                        <a:buSzPts val="2400"/>
                        <a:buFont typeface="Arial"/>
                        <a:buNone/>
                      </a:pPr>
                      <a:r>
                        <a:rPr lang="iw-IL" sz="2400" u="none" cap="none" strike="noStrike"/>
                        <a:t>40</a:t>
                      </a:r>
                      <a:endParaRPr sz="2400" u="none" cap="none" strike="noStrike">
                        <a:latin typeface="Calibri"/>
                        <a:ea typeface="Calibri"/>
                        <a:cs typeface="Calibri"/>
                        <a:sym typeface="Calibri"/>
                      </a:endParaRPr>
                    </a:p>
                  </a:txBody>
                  <a:tcPr marT="47625" marB="47625" marR="47625" marL="47625" anchor="ct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5"/>
          <p:cNvSpPr txBox="1"/>
          <p:nvPr/>
        </p:nvSpPr>
        <p:spPr>
          <a:xfrm>
            <a:off x="488927" y="554038"/>
            <a:ext cx="8070850" cy="817562"/>
          </a:xfrm>
          <a:prstGeom prst="rect">
            <a:avLst/>
          </a:prstGeom>
          <a:noFill/>
          <a:ln>
            <a:noFill/>
          </a:ln>
        </p:spPr>
        <p:txBody>
          <a:bodyPr anchorCtr="0" anchor="ctr" bIns="45700" lIns="91425" spcFirstLastPara="1" rIns="45700" wrap="square" tIns="45700">
            <a:normAutofit/>
          </a:bodyPr>
          <a:lstStyle/>
          <a:p>
            <a:pPr indent="0" lvl="0" marL="0" marR="0" rtl="0" algn="l">
              <a:lnSpc>
                <a:spcPct val="100000"/>
              </a:lnSpc>
              <a:spcBef>
                <a:spcPts val="0"/>
              </a:spcBef>
              <a:spcAft>
                <a:spcPts val="0"/>
              </a:spcAft>
              <a:buClr>
                <a:srgbClr val="000000"/>
              </a:buClr>
              <a:buSzPts val="4500"/>
              <a:buFont typeface="Arial"/>
              <a:buNone/>
            </a:pPr>
            <a:r>
              <a:rPr b="1" i="0" lang="iw-IL" sz="4500" u="none" cap="none" strike="noStrike">
                <a:solidFill>
                  <a:srgbClr val="FFC800"/>
                </a:solidFill>
                <a:latin typeface="Corbel"/>
                <a:ea typeface="Corbel"/>
                <a:cs typeface="Corbel"/>
                <a:sym typeface="Corbel"/>
              </a:rPr>
              <a:t>ביבליוגרפיה</a:t>
            </a:r>
            <a:endParaRPr b="1" i="0" sz="4500" u="none" cap="none" strike="noStrike">
              <a:solidFill>
                <a:srgbClr val="FFC800"/>
              </a:solidFill>
              <a:latin typeface="Corbel"/>
              <a:ea typeface="Corbel"/>
              <a:cs typeface="Corbel"/>
              <a:sym typeface="Corbel"/>
            </a:endParaRPr>
          </a:p>
        </p:txBody>
      </p:sp>
      <p:sp>
        <p:nvSpPr>
          <p:cNvPr id="411" name="Google Shape;411;p25"/>
          <p:cNvSpPr txBox="1"/>
          <p:nvPr/>
        </p:nvSpPr>
        <p:spPr>
          <a:xfrm>
            <a:off x="571500" y="1748791"/>
            <a:ext cx="7852410" cy="2173544"/>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3200"/>
              <a:buFont typeface="Arial"/>
              <a:buNone/>
            </a:pPr>
            <a:r>
              <a:rPr b="0" i="0" lang="iw-IL" sz="3200" u="none" cap="none" strike="noStrike">
                <a:solidFill>
                  <a:srgbClr val="000000"/>
                </a:solidFill>
                <a:latin typeface="Arial"/>
                <a:ea typeface="Arial"/>
                <a:cs typeface="Arial"/>
                <a:sym typeface="Arial"/>
              </a:rPr>
              <a:t>Harris, Sarah, and David Harris. </a:t>
            </a:r>
            <a:r>
              <a:rPr b="0" i="1" lang="iw-IL" sz="3200" u="none" cap="none" strike="noStrike">
                <a:solidFill>
                  <a:srgbClr val="000000"/>
                </a:solidFill>
                <a:latin typeface="Arial"/>
                <a:ea typeface="Arial"/>
                <a:cs typeface="Arial"/>
                <a:sym typeface="Arial"/>
              </a:rPr>
              <a:t>Digital Design and Computer Architecture, RISC-V Edition</a:t>
            </a:r>
            <a:r>
              <a:rPr b="0" i="0" lang="iw-IL" sz="3200" u="none" cap="none" strike="noStrike">
                <a:solidFill>
                  <a:srgbClr val="000000"/>
                </a:solidFill>
                <a:latin typeface="Arial"/>
                <a:ea typeface="Arial"/>
                <a:cs typeface="Arial"/>
                <a:sym typeface="Arial"/>
              </a:rPr>
              <a:t>. Morgan Kaufmann, 2021. Chapters 1-5</a:t>
            </a:r>
            <a:endParaRPr b="0" i="0" sz="32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2011-02-14T10:41:16Z</dcterms:created>
  <dc:creator>Amdocs</dc:creator>
</cp:coreProperties>
</file>